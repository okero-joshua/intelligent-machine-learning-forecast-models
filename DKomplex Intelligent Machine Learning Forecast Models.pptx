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Space Mono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Archivo Medium"/>
      <p:regular r:id="rId32"/>
      <p:bold r:id="rId33"/>
      <p:italic r:id="rId34"/>
      <p:boldItalic r:id="rId35"/>
    </p:embeddedFont>
    <p:embeddedFont>
      <p:font typeface="Darker Grotesque"/>
      <p:regular r:id="rId36"/>
      <p:bold r:id="rId37"/>
    </p:embeddedFont>
    <p:embeddedFont>
      <p:font typeface="Albert Sans"/>
      <p:regular r:id="rId38"/>
      <p:bold r:id="rId39"/>
      <p:italic r:id="rId40"/>
      <p:boldItalic r:id="rId41"/>
    </p:embeddedFont>
    <p:embeddedFont>
      <p:font typeface="Lexend"/>
      <p:regular r:id="rId42"/>
      <p:bold r:id="rId43"/>
    </p:embeddedFont>
    <p:embeddedFont>
      <p:font typeface="Archivo"/>
      <p:regular r:id="rId44"/>
      <p:bold r:id="rId45"/>
      <p:italic r:id="rId46"/>
      <p:boldItalic r:id="rId47"/>
    </p:embeddedFont>
    <p:embeddedFont>
      <p:font typeface="Comfortaa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-italic.fntdata"/><Relationship Id="rId42" Type="http://schemas.openxmlformats.org/officeDocument/2006/relationships/font" Target="fonts/Lexend-regular.fntdata"/><Relationship Id="rId41" Type="http://schemas.openxmlformats.org/officeDocument/2006/relationships/font" Target="fonts/AlbertSans-boldItalic.fntdata"/><Relationship Id="rId44" Type="http://schemas.openxmlformats.org/officeDocument/2006/relationships/font" Target="fonts/Archivo-regular.fntdata"/><Relationship Id="rId43" Type="http://schemas.openxmlformats.org/officeDocument/2006/relationships/font" Target="fonts/Lexend-bold.fntdata"/><Relationship Id="rId46" Type="http://schemas.openxmlformats.org/officeDocument/2006/relationships/font" Target="fonts/Archivo-italic.fntdata"/><Relationship Id="rId45" Type="http://schemas.openxmlformats.org/officeDocument/2006/relationships/font" Target="fonts/Archiv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mfortaa-regular.fntdata"/><Relationship Id="rId47" Type="http://schemas.openxmlformats.org/officeDocument/2006/relationships/font" Target="fonts/Archivo-boldItalic.fntdata"/><Relationship Id="rId49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ArchivoMedium-bold.fntdata"/><Relationship Id="rId32" Type="http://schemas.openxmlformats.org/officeDocument/2006/relationships/font" Target="fonts/ArchivoMedium-regular.fntdata"/><Relationship Id="rId35" Type="http://schemas.openxmlformats.org/officeDocument/2006/relationships/font" Target="fonts/ArchivoMedium-boldItalic.fntdata"/><Relationship Id="rId34" Type="http://schemas.openxmlformats.org/officeDocument/2006/relationships/font" Target="fonts/ArchivoMedium-italic.fntdata"/><Relationship Id="rId37" Type="http://schemas.openxmlformats.org/officeDocument/2006/relationships/font" Target="fonts/DarkerGrotesque-bold.fntdata"/><Relationship Id="rId36" Type="http://schemas.openxmlformats.org/officeDocument/2006/relationships/font" Target="fonts/DarkerGrotesque-regular.fntdata"/><Relationship Id="rId39" Type="http://schemas.openxmlformats.org/officeDocument/2006/relationships/font" Target="fonts/AlbertSans-bold.fntdata"/><Relationship Id="rId38" Type="http://schemas.openxmlformats.org/officeDocument/2006/relationships/font" Target="fonts/AlbertSans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SpaceMono-regular.fntdata"/><Relationship Id="rId23" Type="http://schemas.openxmlformats.org/officeDocument/2006/relationships/slide" Target="slides/slide18.xml"/><Relationship Id="rId26" Type="http://schemas.openxmlformats.org/officeDocument/2006/relationships/font" Target="fonts/SpaceMono-italic.fntdata"/><Relationship Id="rId25" Type="http://schemas.openxmlformats.org/officeDocument/2006/relationships/font" Target="fonts/SpaceMono-bold.fntdata"/><Relationship Id="rId28" Type="http://schemas.openxmlformats.org/officeDocument/2006/relationships/font" Target="fonts/Roboto-regular.fntdata"/><Relationship Id="rId27" Type="http://schemas.openxmlformats.org/officeDocument/2006/relationships/font" Target="fonts/SpaceMono-boldItalic.fntdata"/><Relationship Id="rId29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6000ca1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6000ca1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6000ca14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6000ca14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6000ca14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6000ca14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3ec0cc8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3ec0cc8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3ec0cc85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3ec0cc85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3ec0cc85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3ec0cc85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404b687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404b687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404b687a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404b687a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404b687a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404b687a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404b687a8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404b687a8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404b687a8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404b687a8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404b687a8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404b687a8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3ec0cc85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63ec0cc85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3ec0cc85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3ec0cc85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3ec0cc85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3ec0cc85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3ec0cc85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3ec0cc85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3ec0cc85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63ec0cc85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/>
          <p:nvPr/>
        </p:nvSpPr>
        <p:spPr>
          <a:xfrm rot="230153">
            <a:off x="396083" y="3137881"/>
            <a:ext cx="7505223" cy="417263"/>
          </a:xfrm>
          <a:custGeom>
            <a:rect b="b" l="l" r="r" t="t"/>
            <a:pathLst>
              <a:path extrusionOk="0" h="24811" w="268498">
                <a:moveTo>
                  <a:pt x="142733" y="286"/>
                </a:moveTo>
                <a:lnTo>
                  <a:pt x="142876" y="429"/>
                </a:lnTo>
                <a:lnTo>
                  <a:pt x="142590" y="429"/>
                </a:lnTo>
                <a:lnTo>
                  <a:pt x="142733" y="286"/>
                </a:lnTo>
                <a:close/>
                <a:moveTo>
                  <a:pt x="141735" y="429"/>
                </a:moveTo>
                <a:lnTo>
                  <a:pt x="141878" y="571"/>
                </a:lnTo>
                <a:lnTo>
                  <a:pt x="141450" y="571"/>
                </a:lnTo>
                <a:lnTo>
                  <a:pt x="141735" y="429"/>
                </a:lnTo>
                <a:close/>
                <a:moveTo>
                  <a:pt x="154955" y="531"/>
                </a:moveTo>
                <a:lnTo>
                  <a:pt x="154711" y="571"/>
                </a:lnTo>
                <a:lnTo>
                  <a:pt x="154996" y="571"/>
                </a:lnTo>
                <a:lnTo>
                  <a:pt x="154955" y="531"/>
                </a:lnTo>
                <a:close/>
                <a:moveTo>
                  <a:pt x="144016" y="286"/>
                </a:moveTo>
                <a:lnTo>
                  <a:pt x="144159" y="571"/>
                </a:lnTo>
                <a:lnTo>
                  <a:pt x="144302" y="571"/>
                </a:lnTo>
                <a:lnTo>
                  <a:pt x="145300" y="714"/>
                </a:lnTo>
                <a:lnTo>
                  <a:pt x="145585" y="714"/>
                </a:lnTo>
                <a:lnTo>
                  <a:pt x="145442" y="856"/>
                </a:lnTo>
                <a:lnTo>
                  <a:pt x="145015" y="856"/>
                </a:lnTo>
                <a:lnTo>
                  <a:pt x="145300" y="714"/>
                </a:lnTo>
                <a:lnTo>
                  <a:pt x="144159" y="714"/>
                </a:lnTo>
                <a:lnTo>
                  <a:pt x="143446" y="571"/>
                </a:lnTo>
                <a:lnTo>
                  <a:pt x="143303" y="571"/>
                </a:lnTo>
                <a:lnTo>
                  <a:pt x="143303" y="429"/>
                </a:lnTo>
                <a:lnTo>
                  <a:pt x="144016" y="286"/>
                </a:lnTo>
                <a:close/>
                <a:moveTo>
                  <a:pt x="153427" y="714"/>
                </a:moveTo>
                <a:lnTo>
                  <a:pt x="153142" y="856"/>
                </a:lnTo>
                <a:lnTo>
                  <a:pt x="153000" y="856"/>
                </a:lnTo>
                <a:lnTo>
                  <a:pt x="153000" y="714"/>
                </a:lnTo>
                <a:close/>
                <a:moveTo>
                  <a:pt x="189075" y="714"/>
                </a:moveTo>
                <a:lnTo>
                  <a:pt x="188790" y="856"/>
                </a:lnTo>
                <a:lnTo>
                  <a:pt x="188362" y="856"/>
                </a:lnTo>
                <a:lnTo>
                  <a:pt x="188504" y="714"/>
                </a:lnTo>
                <a:close/>
                <a:moveTo>
                  <a:pt x="141735" y="714"/>
                </a:moveTo>
                <a:lnTo>
                  <a:pt x="142020" y="856"/>
                </a:lnTo>
                <a:lnTo>
                  <a:pt x="142305" y="856"/>
                </a:lnTo>
                <a:lnTo>
                  <a:pt x="142020" y="999"/>
                </a:lnTo>
                <a:lnTo>
                  <a:pt x="142020" y="856"/>
                </a:lnTo>
                <a:lnTo>
                  <a:pt x="141450" y="856"/>
                </a:lnTo>
                <a:lnTo>
                  <a:pt x="141592" y="714"/>
                </a:lnTo>
                <a:close/>
                <a:moveTo>
                  <a:pt x="190073" y="856"/>
                </a:moveTo>
                <a:lnTo>
                  <a:pt x="190073" y="999"/>
                </a:lnTo>
                <a:lnTo>
                  <a:pt x="189930" y="999"/>
                </a:lnTo>
                <a:lnTo>
                  <a:pt x="189930" y="856"/>
                </a:lnTo>
                <a:close/>
                <a:moveTo>
                  <a:pt x="141450" y="999"/>
                </a:moveTo>
                <a:lnTo>
                  <a:pt x="141165" y="1142"/>
                </a:lnTo>
                <a:lnTo>
                  <a:pt x="141165" y="1142"/>
                </a:lnTo>
                <a:lnTo>
                  <a:pt x="141307" y="999"/>
                </a:lnTo>
                <a:close/>
                <a:moveTo>
                  <a:pt x="152144" y="999"/>
                </a:moveTo>
                <a:lnTo>
                  <a:pt x="152429" y="1142"/>
                </a:lnTo>
                <a:lnTo>
                  <a:pt x="152287" y="1142"/>
                </a:lnTo>
                <a:lnTo>
                  <a:pt x="151288" y="999"/>
                </a:lnTo>
                <a:close/>
                <a:moveTo>
                  <a:pt x="153427" y="999"/>
                </a:moveTo>
                <a:lnTo>
                  <a:pt x="153427" y="1142"/>
                </a:lnTo>
                <a:lnTo>
                  <a:pt x="152429" y="1142"/>
                </a:lnTo>
                <a:lnTo>
                  <a:pt x="152714" y="999"/>
                </a:lnTo>
                <a:close/>
                <a:moveTo>
                  <a:pt x="188504" y="999"/>
                </a:moveTo>
                <a:lnTo>
                  <a:pt x="188647" y="1142"/>
                </a:lnTo>
                <a:lnTo>
                  <a:pt x="188219" y="1142"/>
                </a:lnTo>
                <a:lnTo>
                  <a:pt x="188077" y="999"/>
                </a:lnTo>
                <a:close/>
                <a:moveTo>
                  <a:pt x="191927" y="856"/>
                </a:moveTo>
                <a:lnTo>
                  <a:pt x="191927" y="999"/>
                </a:lnTo>
                <a:lnTo>
                  <a:pt x="192212" y="999"/>
                </a:lnTo>
                <a:lnTo>
                  <a:pt x="191499" y="1142"/>
                </a:lnTo>
                <a:lnTo>
                  <a:pt x="191356" y="999"/>
                </a:lnTo>
                <a:lnTo>
                  <a:pt x="191356" y="856"/>
                </a:lnTo>
                <a:close/>
                <a:moveTo>
                  <a:pt x="192497" y="856"/>
                </a:moveTo>
                <a:lnTo>
                  <a:pt x="193352" y="999"/>
                </a:lnTo>
                <a:lnTo>
                  <a:pt x="192925" y="1142"/>
                </a:lnTo>
                <a:lnTo>
                  <a:pt x="192782" y="1142"/>
                </a:lnTo>
                <a:lnTo>
                  <a:pt x="192640" y="999"/>
                </a:lnTo>
                <a:lnTo>
                  <a:pt x="192497" y="856"/>
                </a:lnTo>
                <a:close/>
                <a:moveTo>
                  <a:pt x="162339" y="1142"/>
                </a:moveTo>
                <a:lnTo>
                  <a:pt x="162357" y="1146"/>
                </a:lnTo>
                <a:lnTo>
                  <a:pt x="162410" y="1142"/>
                </a:lnTo>
                <a:close/>
                <a:moveTo>
                  <a:pt x="186223" y="1142"/>
                </a:moveTo>
                <a:lnTo>
                  <a:pt x="185795" y="1284"/>
                </a:lnTo>
                <a:lnTo>
                  <a:pt x="185653" y="1284"/>
                </a:lnTo>
                <a:lnTo>
                  <a:pt x="185653" y="1142"/>
                </a:lnTo>
                <a:close/>
                <a:moveTo>
                  <a:pt x="188932" y="1142"/>
                </a:moveTo>
                <a:lnTo>
                  <a:pt x="189360" y="1284"/>
                </a:lnTo>
                <a:lnTo>
                  <a:pt x="188504" y="1284"/>
                </a:lnTo>
                <a:lnTo>
                  <a:pt x="188932" y="1142"/>
                </a:lnTo>
                <a:close/>
                <a:moveTo>
                  <a:pt x="191071" y="1142"/>
                </a:moveTo>
                <a:lnTo>
                  <a:pt x="191499" y="1284"/>
                </a:lnTo>
                <a:lnTo>
                  <a:pt x="191214" y="1284"/>
                </a:lnTo>
                <a:lnTo>
                  <a:pt x="190643" y="1142"/>
                </a:lnTo>
                <a:close/>
                <a:moveTo>
                  <a:pt x="150718" y="1142"/>
                </a:moveTo>
                <a:lnTo>
                  <a:pt x="150861" y="1284"/>
                </a:lnTo>
                <a:lnTo>
                  <a:pt x="150433" y="1284"/>
                </a:lnTo>
                <a:lnTo>
                  <a:pt x="149577" y="1427"/>
                </a:lnTo>
                <a:lnTo>
                  <a:pt x="149577" y="1427"/>
                </a:lnTo>
                <a:lnTo>
                  <a:pt x="150005" y="1284"/>
                </a:lnTo>
                <a:lnTo>
                  <a:pt x="150718" y="1142"/>
                </a:lnTo>
                <a:close/>
                <a:moveTo>
                  <a:pt x="144302" y="1142"/>
                </a:moveTo>
                <a:lnTo>
                  <a:pt x="144159" y="1427"/>
                </a:lnTo>
                <a:lnTo>
                  <a:pt x="144016" y="1427"/>
                </a:lnTo>
                <a:lnTo>
                  <a:pt x="143874" y="1284"/>
                </a:lnTo>
                <a:lnTo>
                  <a:pt x="144302" y="1142"/>
                </a:lnTo>
                <a:close/>
                <a:moveTo>
                  <a:pt x="141450" y="1142"/>
                </a:moveTo>
                <a:lnTo>
                  <a:pt x="140879" y="1284"/>
                </a:lnTo>
                <a:lnTo>
                  <a:pt x="141165" y="1427"/>
                </a:lnTo>
                <a:lnTo>
                  <a:pt x="141735" y="1427"/>
                </a:lnTo>
                <a:lnTo>
                  <a:pt x="141735" y="1569"/>
                </a:lnTo>
                <a:lnTo>
                  <a:pt x="141450" y="1569"/>
                </a:lnTo>
                <a:lnTo>
                  <a:pt x="140737" y="1427"/>
                </a:lnTo>
                <a:lnTo>
                  <a:pt x="140452" y="1427"/>
                </a:lnTo>
                <a:lnTo>
                  <a:pt x="140452" y="1284"/>
                </a:lnTo>
                <a:lnTo>
                  <a:pt x="141450" y="1142"/>
                </a:lnTo>
                <a:close/>
                <a:moveTo>
                  <a:pt x="142448" y="1427"/>
                </a:moveTo>
                <a:lnTo>
                  <a:pt x="142163" y="1569"/>
                </a:lnTo>
                <a:lnTo>
                  <a:pt x="142163" y="1427"/>
                </a:lnTo>
                <a:close/>
                <a:moveTo>
                  <a:pt x="145585" y="1284"/>
                </a:moveTo>
                <a:lnTo>
                  <a:pt x="145585" y="1427"/>
                </a:lnTo>
                <a:lnTo>
                  <a:pt x="145157" y="1427"/>
                </a:lnTo>
                <a:lnTo>
                  <a:pt x="144302" y="1569"/>
                </a:lnTo>
                <a:lnTo>
                  <a:pt x="144016" y="1569"/>
                </a:lnTo>
                <a:lnTo>
                  <a:pt x="144302" y="1427"/>
                </a:lnTo>
                <a:lnTo>
                  <a:pt x="145300" y="1284"/>
                </a:lnTo>
                <a:close/>
                <a:moveTo>
                  <a:pt x="146298" y="1427"/>
                </a:moveTo>
                <a:lnTo>
                  <a:pt x="146013" y="1569"/>
                </a:lnTo>
                <a:lnTo>
                  <a:pt x="145727" y="1569"/>
                </a:lnTo>
                <a:lnTo>
                  <a:pt x="146298" y="1427"/>
                </a:lnTo>
                <a:close/>
                <a:moveTo>
                  <a:pt x="153142" y="1427"/>
                </a:moveTo>
                <a:lnTo>
                  <a:pt x="153427" y="1569"/>
                </a:lnTo>
                <a:lnTo>
                  <a:pt x="153142" y="1569"/>
                </a:lnTo>
                <a:lnTo>
                  <a:pt x="153142" y="1427"/>
                </a:lnTo>
                <a:close/>
                <a:moveTo>
                  <a:pt x="187791" y="1427"/>
                </a:moveTo>
                <a:lnTo>
                  <a:pt x="187791" y="1569"/>
                </a:lnTo>
                <a:lnTo>
                  <a:pt x="187364" y="1427"/>
                </a:lnTo>
                <a:close/>
                <a:moveTo>
                  <a:pt x="189360" y="1427"/>
                </a:moveTo>
                <a:lnTo>
                  <a:pt x="188932" y="1569"/>
                </a:lnTo>
                <a:lnTo>
                  <a:pt x="188504" y="1427"/>
                </a:lnTo>
                <a:close/>
                <a:moveTo>
                  <a:pt x="154568" y="1284"/>
                </a:moveTo>
                <a:lnTo>
                  <a:pt x="154853" y="1569"/>
                </a:lnTo>
                <a:lnTo>
                  <a:pt x="155281" y="1569"/>
                </a:lnTo>
                <a:lnTo>
                  <a:pt x="155281" y="1712"/>
                </a:lnTo>
                <a:lnTo>
                  <a:pt x="154996" y="1712"/>
                </a:lnTo>
                <a:lnTo>
                  <a:pt x="154425" y="1569"/>
                </a:lnTo>
                <a:lnTo>
                  <a:pt x="154568" y="1569"/>
                </a:lnTo>
                <a:lnTo>
                  <a:pt x="154140" y="1427"/>
                </a:lnTo>
                <a:lnTo>
                  <a:pt x="153570" y="1427"/>
                </a:lnTo>
                <a:lnTo>
                  <a:pt x="154283" y="1284"/>
                </a:lnTo>
                <a:close/>
                <a:moveTo>
                  <a:pt x="185510" y="1427"/>
                </a:moveTo>
                <a:lnTo>
                  <a:pt x="185653" y="1569"/>
                </a:lnTo>
                <a:lnTo>
                  <a:pt x="185653" y="1712"/>
                </a:lnTo>
                <a:lnTo>
                  <a:pt x="185510" y="1569"/>
                </a:lnTo>
                <a:lnTo>
                  <a:pt x="185510" y="1427"/>
                </a:lnTo>
                <a:close/>
                <a:moveTo>
                  <a:pt x="189788" y="1569"/>
                </a:moveTo>
                <a:lnTo>
                  <a:pt x="189788" y="1712"/>
                </a:lnTo>
                <a:lnTo>
                  <a:pt x="189360" y="1712"/>
                </a:lnTo>
                <a:lnTo>
                  <a:pt x="189645" y="1569"/>
                </a:lnTo>
                <a:close/>
                <a:moveTo>
                  <a:pt x="140452" y="1712"/>
                </a:moveTo>
                <a:lnTo>
                  <a:pt x="140879" y="1855"/>
                </a:lnTo>
                <a:lnTo>
                  <a:pt x="140166" y="1855"/>
                </a:lnTo>
                <a:lnTo>
                  <a:pt x="140309" y="1712"/>
                </a:lnTo>
                <a:close/>
                <a:moveTo>
                  <a:pt x="141450" y="1712"/>
                </a:moveTo>
                <a:lnTo>
                  <a:pt x="141878" y="1855"/>
                </a:lnTo>
                <a:lnTo>
                  <a:pt x="141592" y="1855"/>
                </a:lnTo>
                <a:lnTo>
                  <a:pt x="141450" y="1712"/>
                </a:lnTo>
                <a:close/>
                <a:moveTo>
                  <a:pt x="147439" y="1427"/>
                </a:moveTo>
                <a:lnTo>
                  <a:pt x="148437" y="1569"/>
                </a:lnTo>
                <a:lnTo>
                  <a:pt x="149292" y="1855"/>
                </a:lnTo>
                <a:lnTo>
                  <a:pt x="148294" y="1855"/>
                </a:lnTo>
                <a:lnTo>
                  <a:pt x="147866" y="1712"/>
                </a:lnTo>
                <a:lnTo>
                  <a:pt x="147866" y="1569"/>
                </a:lnTo>
                <a:lnTo>
                  <a:pt x="147153" y="1427"/>
                </a:lnTo>
                <a:close/>
                <a:moveTo>
                  <a:pt x="149150" y="856"/>
                </a:moveTo>
                <a:lnTo>
                  <a:pt x="149292" y="999"/>
                </a:lnTo>
                <a:lnTo>
                  <a:pt x="149150" y="999"/>
                </a:lnTo>
                <a:lnTo>
                  <a:pt x="149577" y="1142"/>
                </a:lnTo>
                <a:lnTo>
                  <a:pt x="149577" y="1284"/>
                </a:lnTo>
                <a:lnTo>
                  <a:pt x="149150" y="1427"/>
                </a:lnTo>
                <a:lnTo>
                  <a:pt x="150005" y="1427"/>
                </a:lnTo>
                <a:lnTo>
                  <a:pt x="150861" y="1569"/>
                </a:lnTo>
                <a:lnTo>
                  <a:pt x="151003" y="1569"/>
                </a:lnTo>
                <a:lnTo>
                  <a:pt x="150718" y="1712"/>
                </a:lnTo>
                <a:lnTo>
                  <a:pt x="152001" y="1712"/>
                </a:lnTo>
                <a:lnTo>
                  <a:pt x="151716" y="1855"/>
                </a:lnTo>
                <a:lnTo>
                  <a:pt x="150576" y="1855"/>
                </a:lnTo>
                <a:lnTo>
                  <a:pt x="149863" y="1712"/>
                </a:lnTo>
                <a:lnTo>
                  <a:pt x="148864" y="1569"/>
                </a:lnTo>
                <a:lnTo>
                  <a:pt x="149150" y="1427"/>
                </a:lnTo>
                <a:lnTo>
                  <a:pt x="149150" y="1284"/>
                </a:lnTo>
                <a:lnTo>
                  <a:pt x="148864" y="1284"/>
                </a:lnTo>
                <a:lnTo>
                  <a:pt x="148151" y="1142"/>
                </a:lnTo>
                <a:lnTo>
                  <a:pt x="148294" y="1142"/>
                </a:lnTo>
                <a:lnTo>
                  <a:pt x="148151" y="999"/>
                </a:lnTo>
                <a:lnTo>
                  <a:pt x="148437" y="999"/>
                </a:lnTo>
                <a:lnTo>
                  <a:pt x="148579" y="856"/>
                </a:lnTo>
                <a:close/>
                <a:moveTo>
                  <a:pt x="153285" y="1712"/>
                </a:moveTo>
                <a:lnTo>
                  <a:pt x="153570" y="1855"/>
                </a:lnTo>
                <a:lnTo>
                  <a:pt x="152714" y="1855"/>
                </a:lnTo>
                <a:lnTo>
                  <a:pt x="153142" y="1712"/>
                </a:lnTo>
                <a:close/>
                <a:moveTo>
                  <a:pt x="189217" y="1712"/>
                </a:moveTo>
                <a:lnTo>
                  <a:pt x="189503" y="1855"/>
                </a:lnTo>
                <a:lnTo>
                  <a:pt x="188932" y="1855"/>
                </a:lnTo>
                <a:lnTo>
                  <a:pt x="188647" y="1712"/>
                </a:lnTo>
                <a:close/>
                <a:moveTo>
                  <a:pt x="180519" y="1855"/>
                </a:moveTo>
                <a:lnTo>
                  <a:pt x="180543" y="1878"/>
                </a:lnTo>
                <a:lnTo>
                  <a:pt x="180543" y="1878"/>
                </a:lnTo>
                <a:lnTo>
                  <a:pt x="180576" y="1883"/>
                </a:lnTo>
                <a:lnTo>
                  <a:pt x="180576" y="1883"/>
                </a:lnTo>
                <a:lnTo>
                  <a:pt x="180519" y="1855"/>
                </a:lnTo>
                <a:close/>
                <a:moveTo>
                  <a:pt x="144587" y="1855"/>
                </a:moveTo>
                <a:lnTo>
                  <a:pt x="144872" y="1997"/>
                </a:lnTo>
                <a:lnTo>
                  <a:pt x="144444" y="1997"/>
                </a:lnTo>
                <a:lnTo>
                  <a:pt x="144587" y="1855"/>
                </a:lnTo>
                <a:close/>
                <a:moveTo>
                  <a:pt x="148151" y="1855"/>
                </a:moveTo>
                <a:lnTo>
                  <a:pt x="148151" y="1997"/>
                </a:lnTo>
                <a:lnTo>
                  <a:pt x="147866" y="1997"/>
                </a:lnTo>
                <a:lnTo>
                  <a:pt x="148151" y="1855"/>
                </a:lnTo>
                <a:close/>
                <a:moveTo>
                  <a:pt x="155424" y="1855"/>
                </a:moveTo>
                <a:lnTo>
                  <a:pt x="155566" y="1997"/>
                </a:lnTo>
                <a:lnTo>
                  <a:pt x="154996" y="1997"/>
                </a:lnTo>
                <a:lnTo>
                  <a:pt x="155424" y="1855"/>
                </a:lnTo>
                <a:close/>
                <a:moveTo>
                  <a:pt x="159844" y="1855"/>
                </a:moveTo>
                <a:lnTo>
                  <a:pt x="159701" y="1997"/>
                </a:lnTo>
                <a:lnTo>
                  <a:pt x="159701" y="1855"/>
                </a:lnTo>
                <a:close/>
                <a:moveTo>
                  <a:pt x="192782" y="1855"/>
                </a:moveTo>
                <a:lnTo>
                  <a:pt x="193067" y="1997"/>
                </a:lnTo>
                <a:lnTo>
                  <a:pt x="193352" y="1997"/>
                </a:lnTo>
                <a:lnTo>
                  <a:pt x="193638" y="1855"/>
                </a:lnTo>
                <a:close/>
                <a:moveTo>
                  <a:pt x="110080" y="1997"/>
                </a:moveTo>
                <a:lnTo>
                  <a:pt x="109652" y="2140"/>
                </a:lnTo>
                <a:lnTo>
                  <a:pt x="109224" y="2140"/>
                </a:lnTo>
                <a:lnTo>
                  <a:pt x="109082" y="1997"/>
                </a:lnTo>
                <a:close/>
                <a:moveTo>
                  <a:pt x="143303" y="1855"/>
                </a:moveTo>
                <a:lnTo>
                  <a:pt x="142020" y="2140"/>
                </a:lnTo>
                <a:lnTo>
                  <a:pt x="141735" y="2140"/>
                </a:lnTo>
                <a:lnTo>
                  <a:pt x="141592" y="1997"/>
                </a:lnTo>
                <a:lnTo>
                  <a:pt x="142020" y="1997"/>
                </a:lnTo>
                <a:lnTo>
                  <a:pt x="143303" y="1855"/>
                </a:lnTo>
                <a:close/>
                <a:moveTo>
                  <a:pt x="151574" y="1997"/>
                </a:moveTo>
                <a:lnTo>
                  <a:pt x="151574" y="2140"/>
                </a:lnTo>
                <a:lnTo>
                  <a:pt x="151431" y="1997"/>
                </a:lnTo>
                <a:close/>
                <a:moveTo>
                  <a:pt x="156422" y="1997"/>
                </a:moveTo>
                <a:lnTo>
                  <a:pt x="156137" y="2140"/>
                </a:lnTo>
                <a:lnTo>
                  <a:pt x="155994" y="2140"/>
                </a:lnTo>
                <a:lnTo>
                  <a:pt x="156137" y="1997"/>
                </a:lnTo>
                <a:close/>
                <a:moveTo>
                  <a:pt x="159559" y="1997"/>
                </a:moveTo>
                <a:lnTo>
                  <a:pt x="159131" y="2140"/>
                </a:lnTo>
                <a:lnTo>
                  <a:pt x="158988" y="1997"/>
                </a:lnTo>
                <a:close/>
                <a:moveTo>
                  <a:pt x="162125" y="1712"/>
                </a:moveTo>
                <a:lnTo>
                  <a:pt x="162410" y="1855"/>
                </a:lnTo>
                <a:lnTo>
                  <a:pt x="162553" y="1997"/>
                </a:lnTo>
                <a:lnTo>
                  <a:pt x="162553" y="2140"/>
                </a:lnTo>
                <a:lnTo>
                  <a:pt x="162125" y="2140"/>
                </a:lnTo>
                <a:lnTo>
                  <a:pt x="161555" y="1855"/>
                </a:lnTo>
                <a:lnTo>
                  <a:pt x="161555" y="2140"/>
                </a:lnTo>
                <a:lnTo>
                  <a:pt x="160985" y="2140"/>
                </a:lnTo>
                <a:lnTo>
                  <a:pt x="160557" y="1997"/>
                </a:lnTo>
                <a:lnTo>
                  <a:pt x="160557" y="1855"/>
                </a:lnTo>
                <a:lnTo>
                  <a:pt x="161127" y="1712"/>
                </a:lnTo>
                <a:close/>
                <a:moveTo>
                  <a:pt x="194065" y="1997"/>
                </a:moveTo>
                <a:lnTo>
                  <a:pt x="194065" y="2140"/>
                </a:lnTo>
                <a:lnTo>
                  <a:pt x="193638" y="2140"/>
                </a:lnTo>
                <a:lnTo>
                  <a:pt x="193638" y="1997"/>
                </a:lnTo>
                <a:close/>
                <a:moveTo>
                  <a:pt x="106658" y="2140"/>
                </a:moveTo>
                <a:lnTo>
                  <a:pt x="106658" y="2282"/>
                </a:lnTo>
                <a:lnTo>
                  <a:pt x="106373" y="2282"/>
                </a:lnTo>
                <a:lnTo>
                  <a:pt x="106373" y="2140"/>
                </a:lnTo>
                <a:close/>
                <a:moveTo>
                  <a:pt x="147011" y="2140"/>
                </a:moveTo>
                <a:lnTo>
                  <a:pt x="147011" y="2282"/>
                </a:lnTo>
                <a:lnTo>
                  <a:pt x="146868" y="2282"/>
                </a:lnTo>
                <a:lnTo>
                  <a:pt x="146583" y="2140"/>
                </a:lnTo>
                <a:close/>
                <a:moveTo>
                  <a:pt x="156992" y="2140"/>
                </a:moveTo>
                <a:lnTo>
                  <a:pt x="156707" y="2282"/>
                </a:lnTo>
                <a:lnTo>
                  <a:pt x="156707" y="2140"/>
                </a:lnTo>
                <a:close/>
                <a:moveTo>
                  <a:pt x="157990" y="2140"/>
                </a:moveTo>
                <a:lnTo>
                  <a:pt x="157562" y="2282"/>
                </a:lnTo>
                <a:lnTo>
                  <a:pt x="157277" y="2282"/>
                </a:lnTo>
                <a:lnTo>
                  <a:pt x="157990" y="2140"/>
                </a:lnTo>
                <a:close/>
                <a:moveTo>
                  <a:pt x="183229" y="2140"/>
                </a:moveTo>
                <a:lnTo>
                  <a:pt x="183086" y="2282"/>
                </a:lnTo>
                <a:lnTo>
                  <a:pt x="182801" y="2282"/>
                </a:lnTo>
                <a:lnTo>
                  <a:pt x="182373" y="2140"/>
                </a:lnTo>
                <a:close/>
                <a:moveTo>
                  <a:pt x="184797" y="2140"/>
                </a:moveTo>
                <a:lnTo>
                  <a:pt x="184797" y="2282"/>
                </a:lnTo>
                <a:lnTo>
                  <a:pt x="184654" y="2140"/>
                </a:lnTo>
                <a:close/>
                <a:moveTo>
                  <a:pt x="206756" y="2140"/>
                </a:moveTo>
                <a:lnTo>
                  <a:pt x="207041" y="2282"/>
                </a:lnTo>
                <a:lnTo>
                  <a:pt x="206898" y="2282"/>
                </a:lnTo>
                <a:lnTo>
                  <a:pt x="206756" y="2140"/>
                </a:lnTo>
                <a:close/>
                <a:moveTo>
                  <a:pt x="109795" y="2282"/>
                </a:moveTo>
                <a:lnTo>
                  <a:pt x="109510" y="2425"/>
                </a:lnTo>
                <a:lnTo>
                  <a:pt x="108939" y="2425"/>
                </a:lnTo>
                <a:lnTo>
                  <a:pt x="109224" y="2282"/>
                </a:lnTo>
                <a:close/>
                <a:moveTo>
                  <a:pt x="114643" y="2282"/>
                </a:moveTo>
                <a:lnTo>
                  <a:pt x="114785" y="2425"/>
                </a:lnTo>
                <a:lnTo>
                  <a:pt x="114500" y="2282"/>
                </a:lnTo>
                <a:close/>
                <a:moveTo>
                  <a:pt x="138028" y="2282"/>
                </a:moveTo>
                <a:lnTo>
                  <a:pt x="138170" y="2425"/>
                </a:lnTo>
                <a:lnTo>
                  <a:pt x="137885" y="2425"/>
                </a:lnTo>
                <a:lnTo>
                  <a:pt x="137885" y="2282"/>
                </a:lnTo>
                <a:close/>
                <a:moveTo>
                  <a:pt x="143589" y="2282"/>
                </a:moveTo>
                <a:lnTo>
                  <a:pt x="144729" y="2425"/>
                </a:lnTo>
                <a:lnTo>
                  <a:pt x="143731" y="2425"/>
                </a:lnTo>
                <a:lnTo>
                  <a:pt x="143303" y="2282"/>
                </a:lnTo>
                <a:close/>
                <a:moveTo>
                  <a:pt x="148151" y="2282"/>
                </a:moveTo>
                <a:lnTo>
                  <a:pt x="147866" y="2425"/>
                </a:lnTo>
                <a:lnTo>
                  <a:pt x="147581" y="2425"/>
                </a:lnTo>
                <a:lnTo>
                  <a:pt x="147581" y="2282"/>
                </a:lnTo>
                <a:close/>
                <a:moveTo>
                  <a:pt x="154140" y="2282"/>
                </a:moveTo>
                <a:lnTo>
                  <a:pt x="153998" y="2425"/>
                </a:lnTo>
                <a:lnTo>
                  <a:pt x="153855" y="2425"/>
                </a:lnTo>
                <a:lnTo>
                  <a:pt x="153712" y="2282"/>
                </a:lnTo>
                <a:close/>
                <a:moveTo>
                  <a:pt x="171251" y="2140"/>
                </a:moveTo>
                <a:lnTo>
                  <a:pt x="171108" y="2282"/>
                </a:lnTo>
                <a:lnTo>
                  <a:pt x="170681" y="2282"/>
                </a:lnTo>
                <a:lnTo>
                  <a:pt x="170538" y="2425"/>
                </a:lnTo>
                <a:lnTo>
                  <a:pt x="170110" y="2282"/>
                </a:lnTo>
                <a:lnTo>
                  <a:pt x="170110" y="2140"/>
                </a:lnTo>
                <a:close/>
                <a:moveTo>
                  <a:pt x="173532" y="2282"/>
                </a:moveTo>
                <a:lnTo>
                  <a:pt x="173532" y="2425"/>
                </a:lnTo>
                <a:lnTo>
                  <a:pt x="173247" y="2425"/>
                </a:lnTo>
                <a:lnTo>
                  <a:pt x="173247" y="2282"/>
                </a:lnTo>
                <a:close/>
                <a:moveTo>
                  <a:pt x="191784" y="2282"/>
                </a:moveTo>
                <a:lnTo>
                  <a:pt x="191927" y="2425"/>
                </a:lnTo>
                <a:lnTo>
                  <a:pt x="191499" y="2425"/>
                </a:lnTo>
                <a:lnTo>
                  <a:pt x="191784" y="2282"/>
                </a:lnTo>
                <a:close/>
                <a:moveTo>
                  <a:pt x="205473" y="2282"/>
                </a:moveTo>
                <a:lnTo>
                  <a:pt x="205615" y="2425"/>
                </a:lnTo>
                <a:lnTo>
                  <a:pt x="205473" y="2425"/>
                </a:lnTo>
                <a:lnTo>
                  <a:pt x="205473" y="2282"/>
                </a:lnTo>
                <a:close/>
                <a:moveTo>
                  <a:pt x="208895" y="2282"/>
                </a:moveTo>
                <a:lnTo>
                  <a:pt x="209323" y="2425"/>
                </a:lnTo>
                <a:lnTo>
                  <a:pt x="208610" y="2425"/>
                </a:lnTo>
                <a:lnTo>
                  <a:pt x="208895" y="2282"/>
                </a:lnTo>
                <a:close/>
                <a:moveTo>
                  <a:pt x="210463" y="2282"/>
                </a:moveTo>
                <a:lnTo>
                  <a:pt x="210606" y="2425"/>
                </a:lnTo>
                <a:lnTo>
                  <a:pt x="210321" y="2425"/>
                </a:lnTo>
                <a:lnTo>
                  <a:pt x="210321" y="2282"/>
                </a:lnTo>
                <a:close/>
                <a:moveTo>
                  <a:pt x="218733" y="2425"/>
                </a:moveTo>
                <a:lnTo>
                  <a:pt x="218733" y="2432"/>
                </a:lnTo>
                <a:lnTo>
                  <a:pt x="218733" y="2432"/>
                </a:lnTo>
                <a:lnTo>
                  <a:pt x="218962" y="2453"/>
                </a:lnTo>
                <a:lnTo>
                  <a:pt x="218962" y="2453"/>
                </a:lnTo>
                <a:lnTo>
                  <a:pt x="218876" y="2425"/>
                </a:lnTo>
                <a:close/>
                <a:moveTo>
                  <a:pt x="107799" y="2425"/>
                </a:moveTo>
                <a:lnTo>
                  <a:pt x="107228" y="2567"/>
                </a:lnTo>
                <a:lnTo>
                  <a:pt x="107371" y="2425"/>
                </a:lnTo>
                <a:close/>
                <a:moveTo>
                  <a:pt x="115356" y="2425"/>
                </a:moveTo>
                <a:lnTo>
                  <a:pt x="115641" y="2567"/>
                </a:lnTo>
                <a:lnTo>
                  <a:pt x="115071" y="2567"/>
                </a:lnTo>
                <a:lnTo>
                  <a:pt x="115071" y="2425"/>
                </a:lnTo>
                <a:close/>
                <a:moveTo>
                  <a:pt x="145157" y="2425"/>
                </a:moveTo>
                <a:lnTo>
                  <a:pt x="145015" y="2567"/>
                </a:lnTo>
                <a:lnTo>
                  <a:pt x="144872" y="2567"/>
                </a:lnTo>
                <a:lnTo>
                  <a:pt x="145015" y="2425"/>
                </a:lnTo>
                <a:close/>
                <a:moveTo>
                  <a:pt x="194921" y="2425"/>
                </a:moveTo>
                <a:lnTo>
                  <a:pt x="194921" y="2567"/>
                </a:lnTo>
                <a:lnTo>
                  <a:pt x="194636" y="2425"/>
                </a:lnTo>
                <a:close/>
                <a:moveTo>
                  <a:pt x="208182" y="2425"/>
                </a:moveTo>
                <a:lnTo>
                  <a:pt x="207754" y="2567"/>
                </a:lnTo>
                <a:lnTo>
                  <a:pt x="207611" y="2425"/>
                </a:lnTo>
                <a:close/>
                <a:moveTo>
                  <a:pt x="217593" y="2425"/>
                </a:moveTo>
                <a:lnTo>
                  <a:pt x="217878" y="2567"/>
                </a:lnTo>
                <a:lnTo>
                  <a:pt x="217593" y="2567"/>
                </a:lnTo>
                <a:lnTo>
                  <a:pt x="217450" y="2425"/>
                </a:lnTo>
                <a:close/>
                <a:moveTo>
                  <a:pt x="109082" y="2567"/>
                </a:moveTo>
                <a:lnTo>
                  <a:pt x="108654" y="2710"/>
                </a:lnTo>
                <a:lnTo>
                  <a:pt x="108369" y="2710"/>
                </a:lnTo>
                <a:lnTo>
                  <a:pt x="108369" y="2567"/>
                </a:lnTo>
                <a:close/>
                <a:moveTo>
                  <a:pt x="144302" y="2567"/>
                </a:moveTo>
                <a:lnTo>
                  <a:pt x="144444" y="2710"/>
                </a:lnTo>
                <a:lnTo>
                  <a:pt x="144302" y="2710"/>
                </a:lnTo>
                <a:lnTo>
                  <a:pt x="144302" y="2567"/>
                </a:lnTo>
                <a:close/>
                <a:moveTo>
                  <a:pt x="151431" y="2282"/>
                </a:moveTo>
                <a:lnTo>
                  <a:pt x="151574" y="2425"/>
                </a:lnTo>
                <a:lnTo>
                  <a:pt x="152429" y="2425"/>
                </a:lnTo>
                <a:lnTo>
                  <a:pt x="152572" y="2567"/>
                </a:lnTo>
                <a:lnTo>
                  <a:pt x="152429" y="2567"/>
                </a:lnTo>
                <a:lnTo>
                  <a:pt x="151716" y="2710"/>
                </a:lnTo>
                <a:lnTo>
                  <a:pt x="150718" y="2567"/>
                </a:lnTo>
                <a:lnTo>
                  <a:pt x="151146" y="2282"/>
                </a:lnTo>
                <a:close/>
                <a:moveTo>
                  <a:pt x="153427" y="2425"/>
                </a:moveTo>
                <a:lnTo>
                  <a:pt x="153855" y="2567"/>
                </a:lnTo>
                <a:lnTo>
                  <a:pt x="154283" y="2710"/>
                </a:lnTo>
                <a:lnTo>
                  <a:pt x="153427" y="2710"/>
                </a:lnTo>
                <a:lnTo>
                  <a:pt x="153570" y="2567"/>
                </a:lnTo>
                <a:lnTo>
                  <a:pt x="153142" y="2425"/>
                </a:lnTo>
                <a:close/>
                <a:moveTo>
                  <a:pt x="164122" y="2567"/>
                </a:moveTo>
                <a:lnTo>
                  <a:pt x="164264" y="2710"/>
                </a:lnTo>
                <a:lnTo>
                  <a:pt x="163551" y="2567"/>
                </a:lnTo>
                <a:close/>
                <a:moveTo>
                  <a:pt x="171251" y="2567"/>
                </a:moveTo>
                <a:lnTo>
                  <a:pt x="171251" y="2710"/>
                </a:lnTo>
                <a:lnTo>
                  <a:pt x="170681" y="2710"/>
                </a:lnTo>
                <a:lnTo>
                  <a:pt x="170681" y="2567"/>
                </a:lnTo>
                <a:close/>
                <a:moveTo>
                  <a:pt x="172677" y="2140"/>
                </a:moveTo>
                <a:lnTo>
                  <a:pt x="172677" y="2282"/>
                </a:lnTo>
                <a:lnTo>
                  <a:pt x="172392" y="2282"/>
                </a:lnTo>
                <a:lnTo>
                  <a:pt x="172962" y="2425"/>
                </a:lnTo>
                <a:lnTo>
                  <a:pt x="173247" y="2567"/>
                </a:lnTo>
                <a:lnTo>
                  <a:pt x="172820" y="2710"/>
                </a:lnTo>
                <a:lnTo>
                  <a:pt x="172677" y="2567"/>
                </a:lnTo>
                <a:lnTo>
                  <a:pt x="172962" y="2425"/>
                </a:lnTo>
                <a:lnTo>
                  <a:pt x="172249" y="2425"/>
                </a:lnTo>
                <a:lnTo>
                  <a:pt x="172392" y="2282"/>
                </a:lnTo>
                <a:lnTo>
                  <a:pt x="172249" y="2282"/>
                </a:lnTo>
                <a:lnTo>
                  <a:pt x="172677" y="2140"/>
                </a:lnTo>
                <a:close/>
                <a:moveTo>
                  <a:pt x="232992" y="2567"/>
                </a:moveTo>
                <a:lnTo>
                  <a:pt x="233420" y="2710"/>
                </a:lnTo>
                <a:lnTo>
                  <a:pt x="233135" y="2710"/>
                </a:lnTo>
                <a:lnTo>
                  <a:pt x="232992" y="2567"/>
                </a:lnTo>
                <a:close/>
                <a:moveTo>
                  <a:pt x="116354" y="2567"/>
                </a:moveTo>
                <a:lnTo>
                  <a:pt x="115784" y="2710"/>
                </a:lnTo>
                <a:lnTo>
                  <a:pt x="115356" y="2853"/>
                </a:lnTo>
                <a:lnTo>
                  <a:pt x="114358" y="2853"/>
                </a:lnTo>
                <a:lnTo>
                  <a:pt x="114500" y="2710"/>
                </a:lnTo>
                <a:lnTo>
                  <a:pt x="114928" y="2710"/>
                </a:lnTo>
                <a:lnTo>
                  <a:pt x="115784" y="2567"/>
                </a:lnTo>
                <a:close/>
                <a:moveTo>
                  <a:pt x="121059" y="2710"/>
                </a:moveTo>
                <a:lnTo>
                  <a:pt x="120917" y="2853"/>
                </a:lnTo>
                <a:lnTo>
                  <a:pt x="120346" y="2853"/>
                </a:lnTo>
                <a:lnTo>
                  <a:pt x="121059" y="2710"/>
                </a:lnTo>
                <a:close/>
                <a:moveTo>
                  <a:pt x="123769" y="2710"/>
                </a:moveTo>
                <a:lnTo>
                  <a:pt x="123911" y="2853"/>
                </a:lnTo>
                <a:lnTo>
                  <a:pt x="122770" y="2853"/>
                </a:lnTo>
                <a:lnTo>
                  <a:pt x="123198" y="2710"/>
                </a:lnTo>
                <a:close/>
                <a:moveTo>
                  <a:pt x="131183" y="2710"/>
                </a:moveTo>
                <a:lnTo>
                  <a:pt x="131183" y="2853"/>
                </a:lnTo>
                <a:lnTo>
                  <a:pt x="130756" y="2710"/>
                </a:lnTo>
                <a:close/>
                <a:moveTo>
                  <a:pt x="167259" y="2710"/>
                </a:moveTo>
                <a:lnTo>
                  <a:pt x="167259" y="2853"/>
                </a:lnTo>
                <a:lnTo>
                  <a:pt x="167116" y="2853"/>
                </a:lnTo>
                <a:lnTo>
                  <a:pt x="167116" y="2710"/>
                </a:lnTo>
                <a:close/>
                <a:moveTo>
                  <a:pt x="172677" y="2710"/>
                </a:moveTo>
                <a:lnTo>
                  <a:pt x="172677" y="2853"/>
                </a:lnTo>
                <a:lnTo>
                  <a:pt x="172249" y="2853"/>
                </a:lnTo>
                <a:lnTo>
                  <a:pt x="172392" y="2710"/>
                </a:lnTo>
                <a:close/>
                <a:moveTo>
                  <a:pt x="193210" y="2567"/>
                </a:moveTo>
                <a:lnTo>
                  <a:pt x="193495" y="2710"/>
                </a:lnTo>
                <a:lnTo>
                  <a:pt x="193210" y="2710"/>
                </a:lnTo>
                <a:lnTo>
                  <a:pt x="193067" y="2853"/>
                </a:lnTo>
                <a:lnTo>
                  <a:pt x="192925" y="2853"/>
                </a:lnTo>
                <a:lnTo>
                  <a:pt x="192497" y="2710"/>
                </a:lnTo>
                <a:lnTo>
                  <a:pt x="193067" y="2567"/>
                </a:lnTo>
                <a:close/>
                <a:moveTo>
                  <a:pt x="207611" y="2567"/>
                </a:moveTo>
                <a:lnTo>
                  <a:pt x="207754" y="2710"/>
                </a:lnTo>
                <a:lnTo>
                  <a:pt x="208182" y="2853"/>
                </a:lnTo>
                <a:lnTo>
                  <a:pt x="208039" y="2853"/>
                </a:lnTo>
                <a:lnTo>
                  <a:pt x="207754" y="2710"/>
                </a:lnTo>
                <a:lnTo>
                  <a:pt x="207469" y="2710"/>
                </a:lnTo>
                <a:lnTo>
                  <a:pt x="207611" y="2567"/>
                </a:lnTo>
                <a:close/>
                <a:moveTo>
                  <a:pt x="209037" y="2710"/>
                </a:moveTo>
                <a:lnTo>
                  <a:pt x="209180" y="2853"/>
                </a:lnTo>
                <a:lnTo>
                  <a:pt x="208895" y="2710"/>
                </a:lnTo>
                <a:close/>
                <a:moveTo>
                  <a:pt x="210891" y="2710"/>
                </a:moveTo>
                <a:lnTo>
                  <a:pt x="212459" y="2853"/>
                </a:lnTo>
                <a:lnTo>
                  <a:pt x="210606" y="2853"/>
                </a:lnTo>
                <a:lnTo>
                  <a:pt x="210321" y="2710"/>
                </a:lnTo>
                <a:close/>
                <a:moveTo>
                  <a:pt x="130898" y="2853"/>
                </a:moveTo>
                <a:lnTo>
                  <a:pt x="131183" y="2995"/>
                </a:lnTo>
                <a:lnTo>
                  <a:pt x="131041" y="2995"/>
                </a:lnTo>
                <a:lnTo>
                  <a:pt x="130898" y="2853"/>
                </a:lnTo>
                <a:close/>
                <a:moveTo>
                  <a:pt x="166688" y="2853"/>
                </a:moveTo>
                <a:lnTo>
                  <a:pt x="166688" y="2995"/>
                </a:lnTo>
                <a:lnTo>
                  <a:pt x="166260" y="2853"/>
                </a:lnTo>
                <a:close/>
                <a:moveTo>
                  <a:pt x="173247" y="2853"/>
                </a:moveTo>
                <a:lnTo>
                  <a:pt x="173390" y="2995"/>
                </a:lnTo>
                <a:lnTo>
                  <a:pt x="173105" y="2995"/>
                </a:lnTo>
                <a:lnTo>
                  <a:pt x="173247" y="2853"/>
                </a:lnTo>
                <a:close/>
                <a:moveTo>
                  <a:pt x="176242" y="2710"/>
                </a:moveTo>
                <a:lnTo>
                  <a:pt x="177240" y="2853"/>
                </a:lnTo>
                <a:lnTo>
                  <a:pt x="176669" y="2995"/>
                </a:lnTo>
                <a:lnTo>
                  <a:pt x="176384" y="2853"/>
                </a:lnTo>
                <a:lnTo>
                  <a:pt x="176242" y="2710"/>
                </a:lnTo>
                <a:close/>
                <a:moveTo>
                  <a:pt x="196347" y="2853"/>
                </a:moveTo>
                <a:lnTo>
                  <a:pt x="196489" y="2995"/>
                </a:lnTo>
                <a:lnTo>
                  <a:pt x="195919" y="2995"/>
                </a:lnTo>
                <a:lnTo>
                  <a:pt x="196347" y="2853"/>
                </a:lnTo>
                <a:close/>
                <a:moveTo>
                  <a:pt x="199769" y="2853"/>
                </a:moveTo>
                <a:lnTo>
                  <a:pt x="199484" y="2995"/>
                </a:lnTo>
                <a:lnTo>
                  <a:pt x="199484" y="2853"/>
                </a:lnTo>
                <a:close/>
                <a:moveTo>
                  <a:pt x="200625" y="2853"/>
                </a:moveTo>
                <a:lnTo>
                  <a:pt x="200910" y="2995"/>
                </a:lnTo>
                <a:lnTo>
                  <a:pt x="200482" y="2995"/>
                </a:lnTo>
                <a:lnTo>
                  <a:pt x="200482" y="2853"/>
                </a:lnTo>
                <a:close/>
                <a:moveTo>
                  <a:pt x="209465" y="2853"/>
                </a:moveTo>
                <a:lnTo>
                  <a:pt x="209465" y="2995"/>
                </a:lnTo>
                <a:lnTo>
                  <a:pt x="209180" y="2995"/>
                </a:lnTo>
                <a:lnTo>
                  <a:pt x="209098" y="2975"/>
                </a:lnTo>
                <a:lnTo>
                  <a:pt x="209098" y="2975"/>
                </a:lnTo>
                <a:lnTo>
                  <a:pt x="209465" y="2853"/>
                </a:lnTo>
                <a:close/>
                <a:moveTo>
                  <a:pt x="215026" y="2853"/>
                </a:moveTo>
                <a:lnTo>
                  <a:pt x="215026" y="2995"/>
                </a:lnTo>
                <a:lnTo>
                  <a:pt x="214884" y="2995"/>
                </a:lnTo>
                <a:lnTo>
                  <a:pt x="214741" y="2853"/>
                </a:lnTo>
                <a:close/>
                <a:moveTo>
                  <a:pt x="215739" y="2853"/>
                </a:moveTo>
                <a:lnTo>
                  <a:pt x="215739" y="2995"/>
                </a:lnTo>
                <a:lnTo>
                  <a:pt x="215454" y="2995"/>
                </a:lnTo>
                <a:lnTo>
                  <a:pt x="215739" y="2853"/>
                </a:lnTo>
                <a:close/>
                <a:moveTo>
                  <a:pt x="218163" y="2853"/>
                </a:moveTo>
                <a:lnTo>
                  <a:pt x="218876" y="2995"/>
                </a:lnTo>
                <a:lnTo>
                  <a:pt x="217450" y="2995"/>
                </a:lnTo>
                <a:lnTo>
                  <a:pt x="217878" y="2853"/>
                </a:lnTo>
                <a:close/>
                <a:moveTo>
                  <a:pt x="220445" y="2710"/>
                </a:moveTo>
                <a:lnTo>
                  <a:pt x="220730" y="2853"/>
                </a:lnTo>
                <a:lnTo>
                  <a:pt x="220587" y="2995"/>
                </a:lnTo>
                <a:lnTo>
                  <a:pt x="220159" y="2853"/>
                </a:lnTo>
                <a:lnTo>
                  <a:pt x="218876" y="2710"/>
                </a:lnTo>
                <a:close/>
                <a:moveTo>
                  <a:pt x="230996" y="2853"/>
                </a:moveTo>
                <a:lnTo>
                  <a:pt x="231281" y="2995"/>
                </a:lnTo>
                <a:lnTo>
                  <a:pt x="230711" y="2995"/>
                </a:lnTo>
                <a:lnTo>
                  <a:pt x="230568" y="2853"/>
                </a:lnTo>
                <a:close/>
                <a:moveTo>
                  <a:pt x="223724" y="2995"/>
                </a:moveTo>
                <a:lnTo>
                  <a:pt x="223831" y="3102"/>
                </a:lnTo>
                <a:lnTo>
                  <a:pt x="223831" y="3102"/>
                </a:lnTo>
                <a:lnTo>
                  <a:pt x="223296" y="2995"/>
                </a:lnTo>
                <a:close/>
                <a:moveTo>
                  <a:pt x="175529" y="2995"/>
                </a:moveTo>
                <a:lnTo>
                  <a:pt x="176669" y="3138"/>
                </a:lnTo>
                <a:lnTo>
                  <a:pt x="175386" y="3138"/>
                </a:lnTo>
                <a:lnTo>
                  <a:pt x="174531" y="2995"/>
                </a:lnTo>
                <a:close/>
                <a:moveTo>
                  <a:pt x="180377" y="2995"/>
                </a:moveTo>
                <a:lnTo>
                  <a:pt x="180234" y="3138"/>
                </a:lnTo>
                <a:lnTo>
                  <a:pt x="179379" y="3138"/>
                </a:lnTo>
                <a:lnTo>
                  <a:pt x="179521" y="2995"/>
                </a:lnTo>
                <a:close/>
                <a:moveTo>
                  <a:pt x="213315" y="2710"/>
                </a:moveTo>
                <a:lnTo>
                  <a:pt x="213743" y="2853"/>
                </a:lnTo>
                <a:lnTo>
                  <a:pt x="213885" y="2853"/>
                </a:lnTo>
                <a:lnTo>
                  <a:pt x="213743" y="2995"/>
                </a:lnTo>
                <a:lnTo>
                  <a:pt x="214028" y="3138"/>
                </a:lnTo>
                <a:lnTo>
                  <a:pt x="213315" y="3138"/>
                </a:lnTo>
                <a:lnTo>
                  <a:pt x="213743" y="2995"/>
                </a:lnTo>
                <a:lnTo>
                  <a:pt x="213315" y="2710"/>
                </a:lnTo>
                <a:close/>
                <a:moveTo>
                  <a:pt x="219589" y="2995"/>
                </a:moveTo>
                <a:lnTo>
                  <a:pt x="219589" y="3138"/>
                </a:lnTo>
                <a:lnTo>
                  <a:pt x="219161" y="2995"/>
                </a:lnTo>
                <a:close/>
                <a:moveTo>
                  <a:pt x="220159" y="2995"/>
                </a:moveTo>
                <a:lnTo>
                  <a:pt x="220159" y="3138"/>
                </a:lnTo>
                <a:lnTo>
                  <a:pt x="220017" y="3138"/>
                </a:lnTo>
                <a:lnTo>
                  <a:pt x="220017" y="2995"/>
                </a:lnTo>
                <a:close/>
                <a:moveTo>
                  <a:pt x="221443" y="2995"/>
                </a:moveTo>
                <a:lnTo>
                  <a:pt x="221443" y="3138"/>
                </a:lnTo>
                <a:lnTo>
                  <a:pt x="221157" y="3138"/>
                </a:lnTo>
                <a:lnTo>
                  <a:pt x="221157" y="2995"/>
                </a:lnTo>
                <a:close/>
                <a:moveTo>
                  <a:pt x="224437" y="2995"/>
                </a:moveTo>
                <a:lnTo>
                  <a:pt x="224865" y="3138"/>
                </a:lnTo>
                <a:lnTo>
                  <a:pt x="224294" y="3138"/>
                </a:lnTo>
                <a:lnTo>
                  <a:pt x="224294" y="2995"/>
                </a:lnTo>
                <a:close/>
                <a:moveTo>
                  <a:pt x="228857" y="2995"/>
                </a:moveTo>
                <a:lnTo>
                  <a:pt x="228857" y="3138"/>
                </a:lnTo>
                <a:lnTo>
                  <a:pt x="228715" y="3138"/>
                </a:lnTo>
                <a:lnTo>
                  <a:pt x="228715" y="2995"/>
                </a:lnTo>
                <a:close/>
                <a:moveTo>
                  <a:pt x="175244" y="3138"/>
                </a:moveTo>
                <a:lnTo>
                  <a:pt x="175529" y="3280"/>
                </a:lnTo>
                <a:lnTo>
                  <a:pt x="175386" y="3280"/>
                </a:lnTo>
                <a:lnTo>
                  <a:pt x="175101" y="3138"/>
                </a:lnTo>
                <a:close/>
                <a:moveTo>
                  <a:pt x="194778" y="2995"/>
                </a:moveTo>
                <a:lnTo>
                  <a:pt x="195206" y="3138"/>
                </a:lnTo>
                <a:lnTo>
                  <a:pt x="195349" y="3280"/>
                </a:lnTo>
                <a:lnTo>
                  <a:pt x="194921" y="3280"/>
                </a:lnTo>
                <a:lnTo>
                  <a:pt x="195206" y="3138"/>
                </a:lnTo>
                <a:lnTo>
                  <a:pt x="194493" y="3138"/>
                </a:lnTo>
                <a:lnTo>
                  <a:pt x="194493" y="2995"/>
                </a:lnTo>
                <a:close/>
                <a:moveTo>
                  <a:pt x="200482" y="3138"/>
                </a:moveTo>
                <a:lnTo>
                  <a:pt x="200625" y="3280"/>
                </a:lnTo>
                <a:lnTo>
                  <a:pt x="200197" y="3138"/>
                </a:lnTo>
                <a:close/>
                <a:moveTo>
                  <a:pt x="215739" y="3138"/>
                </a:moveTo>
                <a:lnTo>
                  <a:pt x="215454" y="3280"/>
                </a:lnTo>
                <a:lnTo>
                  <a:pt x="213885" y="3280"/>
                </a:lnTo>
                <a:lnTo>
                  <a:pt x="214456" y="3138"/>
                </a:lnTo>
                <a:close/>
                <a:moveTo>
                  <a:pt x="217308" y="3138"/>
                </a:moveTo>
                <a:lnTo>
                  <a:pt x="217165" y="3280"/>
                </a:lnTo>
                <a:lnTo>
                  <a:pt x="217022" y="3280"/>
                </a:lnTo>
                <a:lnTo>
                  <a:pt x="216595" y="3138"/>
                </a:lnTo>
                <a:close/>
                <a:moveTo>
                  <a:pt x="218448" y="3138"/>
                </a:moveTo>
                <a:lnTo>
                  <a:pt x="218591" y="3280"/>
                </a:lnTo>
                <a:lnTo>
                  <a:pt x="218163" y="3280"/>
                </a:lnTo>
                <a:lnTo>
                  <a:pt x="218448" y="3138"/>
                </a:lnTo>
                <a:close/>
                <a:moveTo>
                  <a:pt x="229998" y="2995"/>
                </a:moveTo>
                <a:lnTo>
                  <a:pt x="230426" y="3280"/>
                </a:lnTo>
                <a:lnTo>
                  <a:pt x="230141" y="3138"/>
                </a:lnTo>
                <a:lnTo>
                  <a:pt x="229998" y="3138"/>
                </a:lnTo>
                <a:lnTo>
                  <a:pt x="229998" y="2995"/>
                </a:lnTo>
                <a:close/>
                <a:moveTo>
                  <a:pt x="238411" y="3138"/>
                </a:moveTo>
                <a:lnTo>
                  <a:pt x="238126" y="3280"/>
                </a:lnTo>
                <a:lnTo>
                  <a:pt x="237983" y="3280"/>
                </a:lnTo>
                <a:lnTo>
                  <a:pt x="237983" y="3138"/>
                </a:lnTo>
                <a:close/>
                <a:moveTo>
                  <a:pt x="107228" y="3280"/>
                </a:moveTo>
                <a:lnTo>
                  <a:pt x="107371" y="3423"/>
                </a:lnTo>
                <a:lnTo>
                  <a:pt x="107086" y="3423"/>
                </a:lnTo>
                <a:lnTo>
                  <a:pt x="107228" y="3280"/>
                </a:lnTo>
                <a:close/>
                <a:moveTo>
                  <a:pt x="117067" y="3280"/>
                </a:moveTo>
                <a:lnTo>
                  <a:pt x="116782" y="3423"/>
                </a:lnTo>
                <a:lnTo>
                  <a:pt x="116782" y="3280"/>
                </a:lnTo>
                <a:close/>
                <a:moveTo>
                  <a:pt x="166260" y="3280"/>
                </a:moveTo>
                <a:lnTo>
                  <a:pt x="166403" y="3423"/>
                </a:lnTo>
                <a:lnTo>
                  <a:pt x="166118" y="3280"/>
                </a:lnTo>
                <a:close/>
                <a:moveTo>
                  <a:pt x="169968" y="3280"/>
                </a:moveTo>
                <a:lnTo>
                  <a:pt x="169968" y="3423"/>
                </a:lnTo>
                <a:lnTo>
                  <a:pt x="169397" y="3280"/>
                </a:lnTo>
                <a:close/>
                <a:moveTo>
                  <a:pt x="172820" y="3138"/>
                </a:moveTo>
                <a:lnTo>
                  <a:pt x="172392" y="3423"/>
                </a:lnTo>
                <a:lnTo>
                  <a:pt x="171964" y="3423"/>
                </a:lnTo>
                <a:lnTo>
                  <a:pt x="172249" y="3280"/>
                </a:lnTo>
                <a:lnTo>
                  <a:pt x="172392" y="3280"/>
                </a:lnTo>
                <a:lnTo>
                  <a:pt x="172534" y="3138"/>
                </a:lnTo>
                <a:close/>
                <a:moveTo>
                  <a:pt x="206898" y="3280"/>
                </a:moveTo>
                <a:lnTo>
                  <a:pt x="207041" y="3423"/>
                </a:lnTo>
                <a:lnTo>
                  <a:pt x="205758" y="3423"/>
                </a:lnTo>
                <a:lnTo>
                  <a:pt x="206471" y="3280"/>
                </a:lnTo>
                <a:close/>
                <a:moveTo>
                  <a:pt x="210606" y="3280"/>
                </a:moveTo>
                <a:lnTo>
                  <a:pt x="210035" y="3423"/>
                </a:lnTo>
                <a:lnTo>
                  <a:pt x="209465" y="3423"/>
                </a:lnTo>
                <a:lnTo>
                  <a:pt x="210035" y="3280"/>
                </a:lnTo>
                <a:close/>
                <a:moveTo>
                  <a:pt x="212032" y="3280"/>
                </a:moveTo>
                <a:lnTo>
                  <a:pt x="212032" y="3423"/>
                </a:lnTo>
                <a:lnTo>
                  <a:pt x="211889" y="3423"/>
                </a:lnTo>
                <a:lnTo>
                  <a:pt x="212032" y="3280"/>
                </a:lnTo>
                <a:close/>
                <a:moveTo>
                  <a:pt x="216167" y="3280"/>
                </a:moveTo>
                <a:lnTo>
                  <a:pt x="216452" y="3423"/>
                </a:lnTo>
                <a:lnTo>
                  <a:pt x="216024" y="3423"/>
                </a:lnTo>
                <a:lnTo>
                  <a:pt x="216167" y="3280"/>
                </a:lnTo>
                <a:close/>
                <a:moveTo>
                  <a:pt x="217450" y="3280"/>
                </a:moveTo>
                <a:lnTo>
                  <a:pt x="217878" y="3423"/>
                </a:lnTo>
                <a:lnTo>
                  <a:pt x="217450" y="3423"/>
                </a:lnTo>
                <a:lnTo>
                  <a:pt x="217450" y="3280"/>
                </a:lnTo>
                <a:close/>
                <a:moveTo>
                  <a:pt x="221300" y="3280"/>
                </a:moveTo>
                <a:lnTo>
                  <a:pt x="221870" y="3423"/>
                </a:lnTo>
                <a:lnTo>
                  <a:pt x="220587" y="3423"/>
                </a:lnTo>
                <a:lnTo>
                  <a:pt x="220159" y="3280"/>
                </a:lnTo>
                <a:close/>
                <a:moveTo>
                  <a:pt x="224865" y="3280"/>
                </a:moveTo>
                <a:lnTo>
                  <a:pt x="225007" y="3423"/>
                </a:lnTo>
                <a:lnTo>
                  <a:pt x="224865" y="3423"/>
                </a:lnTo>
                <a:lnTo>
                  <a:pt x="224865" y="3280"/>
                </a:lnTo>
                <a:close/>
                <a:moveTo>
                  <a:pt x="231139" y="3138"/>
                </a:moveTo>
                <a:lnTo>
                  <a:pt x="231424" y="3423"/>
                </a:lnTo>
                <a:lnTo>
                  <a:pt x="231139" y="3423"/>
                </a:lnTo>
                <a:lnTo>
                  <a:pt x="230711" y="3138"/>
                </a:lnTo>
                <a:close/>
                <a:moveTo>
                  <a:pt x="238553" y="3280"/>
                </a:moveTo>
                <a:lnTo>
                  <a:pt x="238696" y="3423"/>
                </a:lnTo>
                <a:lnTo>
                  <a:pt x="238553" y="3423"/>
                </a:lnTo>
                <a:lnTo>
                  <a:pt x="238553" y="3280"/>
                </a:lnTo>
                <a:close/>
                <a:moveTo>
                  <a:pt x="99671" y="3423"/>
                </a:moveTo>
                <a:lnTo>
                  <a:pt x="99814" y="3566"/>
                </a:lnTo>
                <a:lnTo>
                  <a:pt x="99243" y="3566"/>
                </a:lnTo>
                <a:lnTo>
                  <a:pt x="99671" y="3423"/>
                </a:lnTo>
                <a:close/>
                <a:moveTo>
                  <a:pt x="100526" y="3423"/>
                </a:moveTo>
                <a:lnTo>
                  <a:pt x="100526" y="3566"/>
                </a:lnTo>
                <a:lnTo>
                  <a:pt x="100384" y="3423"/>
                </a:lnTo>
                <a:close/>
                <a:moveTo>
                  <a:pt x="120061" y="3423"/>
                </a:moveTo>
                <a:lnTo>
                  <a:pt x="120204" y="3566"/>
                </a:lnTo>
                <a:lnTo>
                  <a:pt x="120061" y="3566"/>
                </a:lnTo>
                <a:lnTo>
                  <a:pt x="120061" y="3423"/>
                </a:lnTo>
                <a:close/>
                <a:moveTo>
                  <a:pt x="195349" y="3423"/>
                </a:moveTo>
                <a:lnTo>
                  <a:pt x="195349" y="3566"/>
                </a:lnTo>
                <a:lnTo>
                  <a:pt x="195064" y="3566"/>
                </a:lnTo>
                <a:lnTo>
                  <a:pt x="194636" y="3423"/>
                </a:lnTo>
                <a:close/>
                <a:moveTo>
                  <a:pt x="198771" y="3423"/>
                </a:moveTo>
                <a:lnTo>
                  <a:pt x="198913" y="3566"/>
                </a:lnTo>
                <a:lnTo>
                  <a:pt x="198486" y="3566"/>
                </a:lnTo>
                <a:lnTo>
                  <a:pt x="198343" y="3423"/>
                </a:lnTo>
                <a:close/>
                <a:moveTo>
                  <a:pt x="199626" y="3138"/>
                </a:moveTo>
                <a:lnTo>
                  <a:pt x="199769" y="3280"/>
                </a:lnTo>
                <a:lnTo>
                  <a:pt x="199484" y="3280"/>
                </a:lnTo>
                <a:lnTo>
                  <a:pt x="199769" y="3423"/>
                </a:lnTo>
                <a:lnTo>
                  <a:pt x="199769" y="3566"/>
                </a:lnTo>
                <a:lnTo>
                  <a:pt x="199484" y="3423"/>
                </a:lnTo>
                <a:lnTo>
                  <a:pt x="199199" y="3280"/>
                </a:lnTo>
                <a:lnTo>
                  <a:pt x="199341" y="3138"/>
                </a:lnTo>
                <a:close/>
                <a:moveTo>
                  <a:pt x="202122" y="3459"/>
                </a:moveTo>
                <a:lnTo>
                  <a:pt x="201908" y="3566"/>
                </a:lnTo>
                <a:lnTo>
                  <a:pt x="202336" y="3566"/>
                </a:lnTo>
                <a:lnTo>
                  <a:pt x="202250" y="3480"/>
                </a:lnTo>
                <a:lnTo>
                  <a:pt x="202250" y="3480"/>
                </a:lnTo>
                <a:lnTo>
                  <a:pt x="202122" y="3459"/>
                </a:lnTo>
                <a:close/>
                <a:moveTo>
                  <a:pt x="211461" y="3280"/>
                </a:moveTo>
                <a:lnTo>
                  <a:pt x="211604" y="3423"/>
                </a:lnTo>
                <a:lnTo>
                  <a:pt x="211461" y="3566"/>
                </a:lnTo>
                <a:lnTo>
                  <a:pt x="211034" y="3423"/>
                </a:lnTo>
                <a:lnTo>
                  <a:pt x="211319" y="3423"/>
                </a:lnTo>
                <a:lnTo>
                  <a:pt x="211461" y="3280"/>
                </a:lnTo>
                <a:close/>
                <a:moveTo>
                  <a:pt x="214456" y="3423"/>
                </a:moveTo>
                <a:lnTo>
                  <a:pt x="214456" y="3566"/>
                </a:lnTo>
                <a:lnTo>
                  <a:pt x="214171" y="3566"/>
                </a:lnTo>
                <a:lnTo>
                  <a:pt x="214456" y="3423"/>
                </a:lnTo>
                <a:close/>
                <a:moveTo>
                  <a:pt x="215026" y="3566"/>
                </a:moveTo>
                <a:lnTo>
                  <a:pt x="215454" y="3708"/>
                </a:lnTo>
                <a:lnTo>
                  <a:pt x="215454" y="3708"/>
                </a:lnTo>
                <a:lnTo>
                  <a:pt x="214884" y="3566"/>
                </a:lnTo>
                <a:close/>
                <a:moveTo>
                  <a:pt x="113217" y="3566"/>
                </a:moveTo>
                <a:lnTo>
                  <a:pt x="113074" y="3708"/>
                </a:lnTo>
                <a:lnTo>
                  <a:pt x="113074" y="3566"/>
                </a:lnTo>
                <a:close/>
                <a:moveTo>
                  <a:pt x="114500" y="3423"/>
                </a:moveTo>
                <a:lnTo>
                  <a:pt x="114358" y="3566"/>
                </a:lnTo>
                <a:lnTo>
                  <a:pt x="113930" y="3708"/>
                </a:lnTo>
                <a:lnTo>
                  <a:pt x="113645" y="3708"/>
                </a:lnTo>
                <a:lnTo>
                  <a:pt x="113360" y="3566"/>
                </a:lnTo>
                <a:lnTo>
                  <a:pt x="114215" y="3566"/>
                </a:lnTo>
                <a:lnTo>
                  <a:pt x="113930" y="3423"/>
                </a:lnTo>
                <a:close/>
                <a:moveTo>
                  <a:pt x="191356" y="3566"/>
                </a:moveTo>
                <a:lnTo>
                  <a:pt x="190786" y="3708"/>
                </a:lnTo>
                <a:lnTo>
                  <a:pt x="190786" y="3566"/>
                </a:lnTo>
                <a:close/>
                <a:moveTo>
                  <a:pt x="198058" y="3566"/>
                </a:moveTo>
                <a:lnTo>
                  <a:pt x="198486" y="3708"/>
                </a:lnTo>
                <a:lnTo>
                  <a:pt x="198058" y="3708"/>
                </a:lnTo>
                <a:lnTo>
                  <a:pt x="198058" y="3566"/>
                </a:lnTo>
                <a:close/>
                <a:moveTo>
                  <a:pt x="232422" y="3280"/>
                </a:moveTo>
                <a:lnTo>
                  <a:pt x="232850" y="3423"/>
                </a:lnTo>
                <a:lnTo>
                  <a:pt x="232707" y="3423"/>
                </a:lnTo>
                <a:lnTo>
                  <a:pt x="232279" y="3566"/>
                </a:lnTo>
                <a:lnTo>
                  <a:pt x="232422" y="3566"/>
                </a:lnTo>
                <a:lnTo>
                  <a:pt x="231852" y="3708"/>
                </a:lnTo>
                <a:lnTo>
                  <a:pt x="231994" y="3566"/>
                </a:lnTo>
                <a:lnTo>
                  <a:pt x="232279" y="3566"/>
                </a:lnTo>
                <a:lnTo>
                  <a:pt x="231852" y="3423"/>
                </a:lnTo>
                <a:lnTo>
                  <a:pt x="231994" y="3423"/>
                </a:lnTo>
                <a:lnTo>
                  <a:pt x="231852" y="3280"/>
                </a:lnTo>
                <a:close/>
                <a:moveTo>
                  <a:pt x="84699" y="3708"/>
                </a:moveTo>
                <a:lnTo>
                  <a:pt x="84129" y="3803"/>
                </a:lnTo>
                <a:lnTo>
                  <a:pt x="84129" y="3803"/>
                </a:lnTo>
                <a:lnTo>
                  <a:pt x="84699" y="3727"/>
                </a:lnTo>
                <a:lnTo>
                  <a:pt x="84699" y="3727"/>
                </a:lnTo>
                <a:lnTo>
                  <a:pt x="84699" y="3708"/>
                </a:lnTo>
                <a:close/>
                <a:moveTo>
                  <a:pt x="106000" y="3642"/>
                </a:moveTo>
                <a:lnTo>
                  <a:pt x="104947" y="3708"/>
                </a:lnTo>
                <a:lnTo>
                  <a:pt x="105144" y="3840"/>
                </a:lnTo>
                <a:lnTo>
                  <a:pt x="105144" y="3840"/>
                </a:lnTo>
                <a:lnTo>
                  <a:pt x="105802" y="3708"/>
                </a:lnTo>
                <a:lnTo>
                  <a:pt x="106000" y="3642"/>
                </a:lnTo>
                <a:close/>
                <a:moveTo>
                  <a:pt x="84129" y="3803"/>
                </a:moveTo>
                <a:lnTo>
                  <a:pt x="83772" y="3851"/>
                </a:lnTo>
                <a:lnTo>
                  <a:pt x="83843" y="3851"/>
                </a:lnTo>
                <a:lnTo>
                  <a:pt x="84129" y="3803"/>
                </a:lnTo>
                <a:close/>
                <a:moveTo>
                  <a:pt x="92114" y="3708"/>
                </a:moveTo>
                <a:lnTo>
                  <a:pt x="91828" y="3851"/>
                </a:lnTo>
                <a:lnTo>
                  <a:pt x="91401" y="3851"/>
                </a:lnTo>
                <a:lnTo>
                  <a:pt x="91828" y="3708"/>
                </a:lnTo>
                <a:close/>
                <a:moveTo>
                  <a:pt x="191071" y="3708"/>
                </a:moveTo>
                <a:lnTo>
                  <a:pt x="191214" y="3851"/>
                </a:lnTo>
                <a:lnTo>
                  <a:pt x="191071" y="3851"/>
                </a:lnTo>
                <a:lnTo>
                  <a:pt x="190928" y="3708"/>
                </a:lnTo>
                <a:close/>
                <a:moveTo>
                  <a:pt x="205187" y="3708"/>
                </a:moveTo>
                <a:lnTo>
                  <a:pt x="205187" y="3851"/>
                </a:lnTo>
                <a:lnTo>
                  <a:pt x="204474" y="3851"/>
                </a:lnTo>
                <a:lnTo>
                  <a:pt x="205187" y="3708"/>
                </a:lnTo>
                <a:close/>
                <a:moveTo>
                  <a:pt x="219732" y="3280"/>
                </a:moveTo>
                <a:lnTo>
                  <a:pt x="219161" y="3423"/>
                </a:lnTo>
                <a:lnTo>
                  <a:pt x="220017" y="3423"/>
                </a:lnTo>
                <a:lnTo>
                  <a:pt x="220872" y="3566"/>
                </a:lnTo>
                <a:lnTo>
                  <a:pt x="221157" y="3566"/>
                </a:lnTo>
                <a:lnTo>
                  <a:pt x="221015" y="3708"/>
                </a:lnTo>
                <a:lnTo>
                  <a:pt x="220872" y="3851"/>
                </a:lnTo>
                <a:lnTo>
                  <a:pt x="220159" y="3851"/>
                </a:lnTo>
                <a:lnTo>
                  <a:pt x="218733" y="3708"/>
                </a:lnTo>
                <a:lnTo>
                  <a:pt x="218163" y="3566"/>
                </a:lnTo>
                <a:lnTo>
                  <a:pt x="218020" y="3423"/>
                </a:lnTo>
                <a:lnTo>
                  <a:pt x="218591" y="3423"/>
                </a:lnTo>
                <a:lnTo>
                  <a:pt x="219732" y="3280"/>
                </a:lnTo>
                <a:close/>
                <a:moveTo>
                  <a:pt x="239266" y="3708"/>
                </a:moveTo>
                <a:lnTo>
                  <a:pt x="239837" y="3851"/>
                </a:lnTo>
                <a:lnTo>
                  <a:pt x="239552" y="3851"/>
                </a:lnTo>
                <a:lnTo>
                  <a:pt x="239266" y="3708"/>
                </a:lnTo>
                <a:close/>
                <a:moveTo>
                  <a:pt x="83701" y="3851"/>
                </a:moveTo>
                <a:lnTo>
                  <a:pt x="83675" y="3864"/>
                </a:lnTo>
                <a:lnTo>
                  <a:pt x="83675" y="3864"/>
                </a:lnTo>
                <a:lnTo>
                  <a:pt x="83772" y="3851"/>
                </a:lnTo>
                <a:close/>
                <a:moveTo>
                  <a:pt x="109367" y="3851"/>
                </a:moveTo>
                <a:lnTo>
                  <a:pt x="109082" y="3993"/>
                </a:lnTo>
                <a:lnTo>
                  <a:pt x="109082" y="3851"/>
                </a:lnTo>
                <a:close/>
                <a:moveTo>
                  <a:pt x="199341" y="3851"/>
                </a:moveTo>
                <a:lnTo>
                  <a:pt x="199626" y="3993"/>
                </a:lnTo>
                <a:lnTo>
                  <a:pt x="199341" y="3993"/>
                </a:lnTo>
                <a:lnTo>
                  <a:pt x="199199" y="3851"/>
                </a:lnTo>
                <a:close/>
                <a:moveTo>
                  <a:pt x="201337" y="3280"/>
                </a:moveTo>
                <a:lnTo>
                  <a:pt x="201908" y="3423"/>
                </a:lnTo>
                <a:lnTo>
                  <a:pt x="202122" y="3459"/>
                </a:lnTo>
                <a:lnTo>
                  <a:pt x="202122" y="3459"/>
                </a:lnTo>
                <a:lnTo>
                  <a:pt x="202193" y="3423"/>
                </a:lnTo>
                <a:lnTo>
                  <a:pt x="202250" y="3480"/>
                </a:lnTo>
                <a:lnTo>
                  <a:pt x="202250" y="3480"/>
                </a:lnTo>
                <a:lnTo>
                  <a:pt x="202763" y="3566"/>
                </a:lnTo>
                <a:lnTo>
                  <a:pt x="202906" y="3566"/>
                </a:lnTo>
                <a:lnTo>
                  <a:pt x="202621" y="3423"/>
                </a:lnTo>
                <a:lnTo>
                  <a:pt x="202763" y="3423"/>
                </a:lnTo>
                <a:lnTo>
                  <a:pt x="202906" y="3566"/>
                </a:lnTo>
                <a:lnTo>
                  <a:pt x="204617" y="3566"/>
                </a:lnTo>
                <a:lnTo>
                  <a:pt x="203762" y="3708"/>
                </a:lnTo>
                <a:lnTo>
                  <a:pt x="202193" y="3851"/>
                </a:lnTo>
                <a:lnTo>
                  <a:pt x="201480" y="3993"/>
                </a:lnTo>
                <a:lnTo>
                  <a:pt x="200910" y="3993"/>
                </a:lnTo>
                <a:lnTo>
                  <a:pt x="200482" y="3708"/>
                </a:lnTo>
                <a:lnTo>
                  <a:pt x="200054" y="3423"/>
                </a:lnTo>
                <a:lnTo>
                  <a:pt x="201337" y="3280"/>
                </a:lnTo>
                <a:close/>
                <a:moveTo>
                  <a:pt x="210321" y="3851"/>
                </a:moveTo>
                <a:lnTo>
                  <a:pt x="210463" y="3993"/>
                </a:lnTo>
                <a:lnTo>
                  <a:pt x="210035" y="3993"/>
                </a:lnTo>
                <a:lnTo>
                  <a:pt x="210178" y="3851"/>
                </a:lnTo>
                <a:close/>
                <a:moveTo>
                  <a:pt x="231567" y="3851"/>
                </a:moveTo>
                <a:lnTo>
                  <a:pt x="231281" y="3993"/>
                </a:lnTo>
                <a:lnTo>
                  <a:pt x="230996" y="3851"/>
                </a:lnTo>
                <a:close/>
                <a:moveTo>
                  <a:pt x="90032" y="3879"/>
                </a:moveTo>
                <a:lnTo>
                  <a:pt x="90260" y="3993"/>
                </a:lnTo>
                <a:lnTo>
                  <a:pt x="89690" y="4136"/>
                </a:lnTo>
                <a:lnTo>
                  <a:pt x="89547" y="3993"/>
                </a:lnTo>
                <a:lnTo>
                  <a:pt x="89690" y="3993"/>
                </a:lnTo>
                <a:lnTo>
                  <a:pt x="90032" y="3879"/>
                </a:lnTo>
                <a:close/>
                <a:moveTo>
                  <a:pt x="198913" y="3993"/>
                </a:moveTo>
                <a:lnTo>
                  <a:pt x="199626" y="4136"/>
                </a:lnTo>
                <a:lnTo>
                  <a:pt x="199484" y="4136"/>
                </a:lnTo>
                <a:lnTo>
                  <a:pt x="198913" y="3993"/>
                </a:lnTo>
                <a:close/>
                <a:moveTo>
                  <a:pt x="208324" y="3993"/>
                </a:moveTo>
                <a:lnTo>
                  <a:pt x="208182" y="4136"/>
                </a:lnTo>
                <a:lnTo>
                  <a:pt x="208039" y="3993"/>
                </a:lnTo>
                <a:close/>
                <a:moveTo>
                  <a:pt x="219732" y="3993"/>
                </a:moveTo>
                <a:lnTo>
                  <a:pt x="220017" y="4136"/>
                </a:lnTo>
                <a:lnTo>
                  <a:pt x="219446" y="3993"/>
                </a:lnTo>
                <a:close/>
                <a:moveTo>
                  <a:pt x="229428" y="3993"/>
                </a:moveTo>
                <a:lnTo>
                  <a:pt x="229570" y="4136"/>
                </a:lnTo>
                <a:lnTo>
                  <a:pt x="229285" y="4136"/>
                </a:lnTo>
                <a:lnTo>
                  <a:pt x="229285" y="3993"/>
                </a:lnTo>
                <a:close/>
                <a:moveTo>
                  <a:pt x="242118" y="3993"/>
                </a:moveTo>
                <a:lnTo>
                  <a:pt x="242118" y="4136"/>
                </a:lnTo>
                <a:lnTo>
                  <a:pt x="241976" y="4136"/>
                </a:lnTo>
                <a:lnTo>
                  <a:pt x="241833" y="3993"/>
                </a:lnTo>
                <a:close/>
                <a:moveTo>
                  <a:pt x="91258" y="4136"/>
                </a:moveTo>
                <a:lnTo>
                  <a:pt x="91401" y="4278"/>
                </a:lnTo>
                <a:lnTo>
                  <a:pt x="91258" y="4278"/>
                </a:lnTo>
                <a:lnTo>
                  <a:pt x="91258" y="4136"/>
                </a:lnTo>
                <a:close/>
                <a:moveTo>
                  <a:pt x="98815" y="3566"/>
                </a:moveTo>
                <a:lnTo>
                  <a:pt x="99101" y="3708"/>
                </a:lnTo>
                <a:lnTo>
                  <a:pt x="99101" y="3851"/>
                </a:lnTo>
                <a:lnTo>
                  <a:pt x="98958" y="3851"/>
                </a:lnTo>
                <a:lnTo>
                  <a:pt x="97247" y="4136"/>
                </a:lnTo>
                <a:lnTo>
                  <a:pt x="95536" y="4278"/>
                </a:lnTo>
                <a:lnTo>
                  <a:pt x="95251" y="4278"/>
                </a:lnTo>
                <a:lnTo>
                  <a:pt x="95536" y="4136"/>
                </a:lnTo>
                <a:lnTo>
                  <a:pt x="95821" y="4136"/>
                </a:lnTo>
                <a:lnTo>
                  <a:pt x="96391" y="3993"/>
                </a:lnTo>
                <a:lnTo>
                  <a:pt x="97675" y="3708"/>
                </a:lnTo>
                <a:lnTo>
                  <a:pt x="98815" y="3566"/>
                </a:lnTo>
                <a:close/>
                <a:moveTo>
                  <a:pt x="200339" y="4136"/>
                </a:moveTo>
                <a:lnTo>
                  <a:pt x="200625" y="4278"/>
                </a:lnTo>
                <a:lnTo>
                  <a:pt x="200197" y="4278"/>
                </a:lnTo>
                <a:lnTo>
                  <a:pt x="200339" y="4136"/>
                </a:lnTo>
                <a:close/>
                <a:moveTo>
                  <a:pt x="201337" y="4136"/>
                </a:moveTo>
                <a:lnTo>
                  <a:pt x="201195" y="4278"/>
                </a:lnTo>
                <a:lnTo>
                  <a:pt x="200910" y="4278"/>
                </a:lnTo>
                <a:lnTo>
                  <a:pt x="200767" y="4136"/>
                </a:lnTo>
                <a:close/>
                <a:moveTo>
                  <a:pt x="205187" y="3993"/>
                </a:moveTo>
                <a:lnTo>
                  <a:pt x="205330" y="4136"/>
                </a:lnTo>
                <a:lnTo>
                  <a:pt x="206043" y="4278"/>
                </a:lnTo>
                <a:lnTo>
                  <a:pt x="205045" y="4278"/>
                </a:lnTo>
                <a:lnTo>
                  <a:pt x="204047" y="4136"/>
                </a:lnTo>
                <a:lnTo>
                  <a:pt x="203904" y="4136"/>
                </a:lnTo>
                <a:lnTo>
                  <a:pt x="204474" y="3993"/>
                </a:lnTo>
                <a:close/>
                <a:moveTo>
                  <a:pt x="206613" y="4136"/>
                </a:moveTo>
                <a:lnTo>
                  <a:pt x="206898" y="4278"/>
                </a:lnTo>
                <a:lnTo>
                  <a:pt x="206471" y="4278"/>
                </a:lnTo>
                <a:lnTo>
                  <a:pt x="206328" y="4136"/>
                </a:lnTo>
                <a:close/>
                <a:moveTo>
                  <a:pt x="210891" y="4136"/>
                </a:moveTo>
                <a:lnTo>
                  <a:pt x="210606" y="4278"/>
                </a:lnTo>
                <a:lnTo>
                  <a:pt x="210321" y="4136"/>
                </a:lnTo>
                <a:close/>
                <a:moveTo>
                  <a:pt x="211604" y="4136"/>
                </a:moveTo>
                <a:lnTo>
                  <a:pt x="211461" y="4278"/>
                </a:lnTo>
                <a:lnTo>
                  <a:pt x="211319" y="4136"/>
                </a:lnTo>
                <a:close/>
                <a:moveTo>
                  <a:pt x="212032" y="4136"/>
                </a:moveTo>
                <a:lnTo>
                  <a:pt x="212459" y="4278"/>
                </a:lnTo>
                <a:lnTo>
                  <a:pt x="212174" y="4278"/>
                </a:lnTo>
                <a:lnTo>
                  <a:pt x="212032" y="4136"/>
                </a:lnTo>
                <a:close/>
                <a:moveTo>
                  <a:pt x="221870" y="4136"/>
                </a:moveTo>
                <a:lnTo>
                  <a:pt x="222013" y="4278"/>
                </a:lnTo>
                <a:lnTo>
                  <a:pt x="221728" y="4278"/>
                </a:lnTo>
                <a:lnTo>
                  <a:pt x="221728" y="4136"/>
                </a:lnTo>
                <a:close/>
                <a:moveTo>
                  <a:pt x="225863" y="4136"/>
                </a:moveTo>
                <a:lnTo>
                  <a:pt x="226006" y="4278"/>
                </a:lnTo>
                <a:lnTo>
                  <a:pt x="225863" y="4278"/>
                </a:lnTo>
                <a:lnTo>
                  <a:pt x="225863" y="4136"/>
                </a:lnTo>
                <a:close/>
                <a:moveTo>
                  <a:pt x="231709" y="4136"/>
                </a:moveTo>
                <a:lnTo>
                  <a:pt x="231567" y="4278"/>
                </a:lnTo>
                <a:lnTo>
                  <a:pt x="231424" y="4136"/>
                </a:lnTo>
                <a:close/>
                <a:moveTo>
                  <a:pt x="243544" y="3993"/>
                </a:moveTo>
                <a:lnTo>
                  <a:pt x="244400" y="4278"/>
                </a:lnTo>
                <a:lnTo>
                  <a:pt x="243829" y="4278"/>
                </a:lnTo>
                <a:lnTo>
                  <a:pt x="243544" y="4136"/>
                </a:lnTo>
                <a:lnTo>
                  <a:pt x="242974" y="4136"/>
                </a:lnTo>
                <a:lnTo>
                  <a:pt x="243116" y="3993"/>
                </a:lnTo>
                <a:close/>
                <a:moveTo>
                  <a:pt x="243401" y="4278"/>
                </a:moveTo>
                <a:lnTo>
                  <a:pt x="243401" y="4278"/>
                </a:lnTo>
                <a:lnTo>
                  <a:pt x="243401" y="4278"/>
                </a:lnTo>
                <a:close/>
                <a:moveTo>
                  <a:pt x="202050" y="4278"/>
                </a:moveTo>
                <a:lnTo>
                  <a:pt x="201908" y="4421"/>
                </a:lnTo>
                <a:lnTo>
                  <a:pt x="201480" y="4278"/>
                </a:lnTo>
                <a:close/>
                <a:moveTo>
                  <a:pt x="206328" y="4278"/>
                </a:moveTo>
                <a:lnTo>
                  <a:pt x="207041" y="4421"/>
                </a:lnTo>
                <a:lnTo>
                  <a:pt x="206756" y="4421"/>
                </a:lnTo>
                <a:lnTo>
                  <a:pt x="206328" y="4278"/>
                </a:lnTo>
                <a:close/>
                <a:moveTo>
                  <a:pt x="215026" y="4278"/>
                </a:moveTo>
                <a:lnTo>
                  <a:pt x="214456" y="4421"/>
                </a:lnTo>
                <a:lnTo>
                  <a:pt x="214456" y="4278"/>
                </a:lnTo>
                <a:close/>
                <a:moveTo>
                  <a:pt x="219304" y="4136"/>
                </a:moveTo>
                <a:lnTo>
                  <a:pt x="218876" y="4278"/>
                </a:lnTo>
                <a:lnTo>
                  <a:pt x="219019" y="4278"/>
                </a:lnTo>
                <a:lnTo>
                  <a:pt x="218876" y="4421"/>
                </a:lnTo>
                <a:lnTo>
                  <a:pt x="218591" y="4278"/>
                </a:lnTo>
                <a:lnTo>
                  <a:pt x="218876" y="4278"/>
                </a:lnTo>
                <a:lnTo>
                  <a:pt x="218591" y="4136"/>
                </a:lnTo>
                <a:close/>
                <a:moveTo>
                  <a:pt x="235987" y="4278"/>
                </a:moveTo>
                <a:lnTo>
                  <a:pt x="235844" y="4421"/>
                </a:lnTo>
                <a:lnTo>
                  <a:pt x="235416" y="4421"/>
                </a:lnTo>
                <a:lnTo>
                  <a:pt x="235131" y="4278"/>
                </a:lnTo>
                <a:close/>
                <a:moveTo>
                  <a:pt x="241120" y="4136"/>
                </a:moveTo>
                <a:lnTo>
                  <a:pt x="241690" y="4278"/>
                </a:lnTo>
                <a:lnTo>
                  <a:pt x="242546" y="4278"/>
                </a:lnTo>
                <a:lnTo>
                  <a:pt x="242689" y="4421"/>
                </a:lnTo>
                <a:lnTo>
                  <a:pt x="241405" y="4421"/>
                </a:lnTo>
                <a:lnTo>
                  <a:pt x="241120" y="4136"/>
                </a:lnTo>
                <a:close/>
                <a:moveTo>
                  <a:pt x="243401" y="4278"/>
                </a:moveTo>
                <a:lnTo>
                  <a:pt x="243687" y="4421"/>
                </a:lnTo>
                <a:lnTo>
                  <a:pt x="243829" y="4421"/>
                </a:lnTo>
                <a:lnTo>
                  <a:pt x="243401" y="4278"/>
                </a:lnTo>
                <a:close/>
                <a:moveTo>
                  <a:pt x="196775" y="4421"/>
                </a:moveTo>
                <a:lnTo>
                  <a:pt x="196917" y="4564"/>
                </a:lnTo>
                <a:lnTo>
                  <a:pt x="196489" y="4564"/>
                </a:lnTo>
                <a:lnTo>
                  <a:pt x="196775" y="4421"/>
                </a:lnTo>
                <a:close/>
                <a:moveTo>
                  <a:pt x="210606" y="4421"/>
                </a:moveTo>
                <a:lnTo>
                  <a:pt x="210178" y="4564"/>
                </a:lnTo>
                <a:lnTo>
                  <a:pt x="210178" y="4421"/>
                </a:lnTo>
                <a:close/>
                <a:moveTo>
                  <a:pt x="216452" y="4421"/>
                </a:moveTo>
                <a:lnTo>
                  <a:pt x="216024" y="4564"/>
                </a:lnTo>
                <a:lnTo>
                  <a:pt x="215311" y="4421"/>
                </a:lnTo>
                <a:close/>
                <a:moveTo>
                  <a:pt x="83416" y="4421"/>
                </a:moveTo>
                <a:lnTo>
                  <a:pt x="82845" y="4564"/>
                </a:lnTo>
                <a:lnTo>
                  <a:pt x="81990" y="4706"/>
                </a:lnTo>
                <a:lnTo>
                  <a:pt x="81134" y="4706"/>
                </a:lnTo>
                <a:lnTo>
                  <a:pt x="81134" y="4564"/>
                </a:lnTo>
                <a:lnTo>
                  <a:pt x="81990" y="4421"/>
                </a:lnTo>
                <a:lnTo>
                  <a:pt x="81705" y="4564"/>
                </a:lnTo>
                <a:lnTo>
                  <a:pt x="82703" y="4421"/>
                </a:lnTo>
                <a:close/>
                <a:moveTo>
                  <a:pt x="202193" y="4564"/>
                </a:moveTo>
                <a:lnTo>
                  <a:pt x="202050" y="4706"/>
                </a:lnTo>
                <a:lnTo>
                  <a:pt x="201765" y="4706"/>
                </a:lnTo>
                <a:lnTo>
                  <a:pt x="201337" y="4564"/>
                </a:lnTo>
                <a:close/>
                <a:moveTo>
                  <a:pt x="208752" y="4278"/>
                </a:moveTo>
                <a:lnTo>
                  <a:pt x="208895" y="4421"/>
                </a:lnTo>
                <a:lnTo>
                  <a:pt x="209750" y="4421"/>
                </a:lnTo>
                <a:lnTo>
                  <a:pt x="209750" y="4564"/>
                </a:lnTo>
                <a:lnTo>
                  <a:pt x="209323" y="4706"/>
                </a:lnTo>
                <a:lnTo>
                  <a:pt x="208752" y="4706"/>
                </a:lnTo>
                <a:lnTo>
                  <a:pt x="208752" y="4564"/>
                </a:lnTo>
                <a:lnTo>
                  <a:pt x="208324" y="4564"/>
                </a:lnTo>
                <a:lnTo>
                  <a:pt x="208324" y="4421"/>
                </a:lnTo>
                <a:lnTo>
                  <a:pt x="208467" y="4421"/>
                </a:lnTo>
                <a:lnTo>
                  <a:pt x="208324" y="4278"/>
                </a:lnTo>
                <a:close/>
                <a:moveTo>
                  <a:pt x="217450" y="4564"/>
                </a:moveTo>
                <a:lnTo>
                  <a:pt x="217450" y="4706"/>
                </a:lnTo>
                <a:lnTo>
                  <a:pt x="217022" y="4706"/>
                </a:lnTo>
                <a:lnTo>
                  <a:pt x="217308" y="4564"/>
                </a:lnTo>
                <a:close/>
                <a:moveTo>
                  <a:pt x="233563" y="4421"/>
                </a:moveTo>
                <a:lnTo>
                  <a:pt x="233991" y="4564"/>
                </a:lnTo>
                <a:lnTo>
                  <a:pt x="233848" y="4706"/>
                </a:lnTo>
                <a:lnTo>
                  <a:pt x="233563" y="4706"/>
                </a:lnTo>
                <a:lnTo>
                  <a:pt x="233420" y="4564"/>
                </a:lnTo>
                <a:lnTo>
                  <a:pt x="233563" y="4421"/>
                </a:lnTo>
                <a:close/>
                <a:moveTo>
                  <a:pt x="83843" y="4706"/>
                </a:moveTo>
                <a:lnTo>
                  <a:pt x="83558" y="4849"/>
                </a:lnTo>
                <a:lnTo>
                  <a:pt x="83416" y="4706"/>
                </a:lnTo>
                <a:close/>
                <a:moveTo>
                  <a:pt x="202906" y="3993"/>
                </a:moveTo>
                <a:lnTo>
                  <a:pt x="203191" y="4136"/>
                </a:lnTo>
                <a:lnTo>
                  <a:pt x="203762" y="4136"/>
                </a:lnTo>
                <a:lnTo>
                  <a:pt x="203762" y="4278"/>
                </a:lnTo>
                <a:lnTo>
                  <a:pt x="203904" y="4564"/>
                </a:lnTo>
                <a:lnTo>
                  <a:pt x="204189" y="4564"/>
                </a:lnTo>
                <a:lnTo>
                  <a:pt x="204332" y="4421"/>
                </a:lnTo>
                <a:lnTo>
                  <a:pt x="204760" y="4421"/>
                </a:lnTo>
                <a:lnTo>
                  <a:pt x="204617" y="4564"/>
                </a:lnTo>
                <a:lnTo>
                  <a:pt x="204189" y="4706"/>
                </a:lnTo>
                <a:lnTo>
                  <a:pt x="203334" y="4849"/>
                </a:lnTo>
                <a:lnTo>
                  <a:pt x="202906" y="4849"/>
                </a:lnTo>
                <a:lnTo>
                  <a:pt x="203334" y="4706"/>
                </a:lnTo>
                <a:lnTo>
                  <a:pt x="203049" y="4564"/>
                </a:lnTo>
                <a:lnTo>
                  <a:pt x="202336" y="4421"/>
                </a:lnTo>
                <a:lnTo>
                  <a:pt x="202906" y="4278"/>
                </a:lnTo>
                <a:lnTo>
                  <a:pt x="202478" y="4136"/>
                </a:lnTo>
                <a:lnTo>
                  <a:pt x="202193" y="4136"/>
                </a:lnTo>
                <a:lnTo>
                  <a:pt x="202478" y="3993"/>
                </a:lnTo>
                <a:close/>
                <a:moveTo>
                  <a:pt x="204760" y="4706"/>
                </a:moveTo>
                <a:lnTo>
                  <a:pt x="204760" y="4849"/>
                </a:lnTo>
                <a:lnTo>
                  <a:pt x="204474" y="4706"/>
                </a:lnTo>
                <a:close/>
                <a:moveTo>
                  <a:pt x="205473" y="4706"/>
                </a:moveTo>
                <a:lnTo>
                  <a:pt x="205187" y="4849"/>
                </a:lnTo>
                <a:lnTo>
                  <a:pt x="205187" y="4706"/>
                </a:lnTo>
                <a:close/>
                <a:moveTo>
                  <a:pt x="220017" y="4706"/>
                </a:moveTo>
                <a:lnTo>
                  <a:pt x="219874" y="4849"/>
                </a:lnTo>
                <a:lnTo>
                  <a:pt x="219732" y="4706"/>
                </a:lnTo>
                <a:close/>
                <a:moveTo>
                  <a:pt x="229855" y="4706"/>
                </a:moveTo>
                <a:lnTo>
                  <a:pt x="229998" y="4849"/>
                </a:lnTo>
                <a:lnTo>
                  <a:pt x="229855" y="4849"/>
                </a:lnTo>
                <a:lnTo>
                  <a:pt x="229855" y="4706"/>
                </a:lnTo>
                <a:close/>
                <a:moveTo>
                  <a:pt x="230568" y="4421"/>
                </a:moveTo>
                <a:lnTo>
                  <a:pt x="231139" y="4564"/>
                </a:lnTo>
                <a:lnTo>
                  <a:pt x="231424" y="4706"/>
                </a:lnTo>
                <a:lnTo>
                  <a:pt x="231424" y="4706"/>
                </a:lnTo>
                <a:lnTo>
                  <a:pt x="230568" y="4564"/>
                </a:lnTo>
                <a:lnTo>
                  <a:pt x="230711" y="4706"/>
                </a:lnTo>
                <a:lnTo>
                  <a:pt x="230426" y="4706"/>
                </a:lnTo>
                <a:lnTo>
                  <a:pt x="230996" y="4849"/>
                </a:lnTo>
                <a:lnTo>
                  <a:pt x="230141" y="4849"/>
                </a:lnTo>
                <a:lnTo>
                  <a:pt x="230426" y="4706"/>
                </a:lnTo>
                <a:lnTo>
                  <a:pt x="229998" y="4706"/>
                </a:lnTo>
                <a:lnTo>
                  <a:pt x="229855" y="4564"/>
                </a:lnTo>
                <a:lnTo>
                  <a:pt x="230568" y="4421"/>
                </a:lnTo>
                <a:close/>
                <a:moveTo>
                  <a:pt x="234418" y="4706"/>
                </a:moveTo>
                <a:lnTo>
                  <a:pt x="234418" y="4849"/>
                </a:lnTo>
                <a:lnTo>
                  <a:pt x="234276" y="4706"/>
                </a:lnTo>
                <a:close/>
                <a:moveTo>
                  <a:pt x="74575" y="4849"/>
                </a:moveTo>
                <a:lnTo>
                  <a:pt x="74718" y="4991"/>
                </a:lnTo>
                <a:lnTo>
                  <a:pt x="74575" y="4991"/>
                </a:lnTo>
                <a:lnTo>
                  <a:pt x="74575" y="4849"/>
                </a:lnTo>
                <a:close/>
                <a:moveTo>
                  <a:pt x="80706" y="4849"/>
                </a:moveTo>
                <a:lnTo>
                  <a:pt x="80849" y="4991"/>
                </a:lnTo>
                <a:lnTo>
                  <a:pt x="78853" y="4991"/>
                </a:lnTo>
                <a:lnTo>
                  <a:pt x="79851" y="4849"/>
                </a:lnTo>
                <a:close/>
                <a:moveTo>
                  <a:pt x="202050" y="4849"/>
                </a:moveTo>
                <a:lnTo>
                  <a:pt x="202050" y="4991"/>
                </a:lnTo>
                <a:lnTo>
                  <a:pt x="201908" y="4991"/>
                </a:lnTo>
                <a:lnTo>
                  <a:pt x="201765" y="4849"/>
                </a:lnTo>
                <a:close/>
                <a:moveTo>
                  <a:pt x="206186" y="4849"/>
                </a:moveTo>
                <a:lnTo>
                  <a:pt x="205900" y="4991"/>
                </a:lnTo>
                <a:lnTo>
                  <a:pt x="205758" y="4849"/>
                </a:lnTo>
                <a:close/>
                <a:moveTo>
                  <a:pt x="207184" y="4849"/>
                </a:moveTo>
                <a:lnTo>
                  <a:pt x="207184" y="4991"/>
                </a:lnTo>
                <a:lnTo>
                  <a:pt x="207041" y="4849"/>
                </a:lnTo>
                <a:close/>
                <a:moveTo>
                  <a:pt x="237128" y="4849"/>
                </a:moveTo>
                <a:lnTo>
                  <a:pt x="237128" y="4991"/>
                </a:lnTo>
                <a:lnTo>
                  <a:pt x="236129" y="4991"/>
                </a:lnTo>
                <a:lnTo>
                  <a:pt x="236129" y="4849"/>
                </a:lnTo>
                <a:close/>
                <a:moveTo>
                  <a:pt x="233848" y="2710"/>
                </a:moveTo>
                <a:lnTo>
                  <a:pt x="234703" y="2995"/>
                </a:lnTo>
                <a:lnTo>
                  <a:pt x="235844" y="3138"/>
                </a:lnTo>
                <a:lnTo>
                  <a:pt x="238268" y="3708"/>
                </a:lnTo>
                <a:lnTo>
                  <a:pt x="239266" y="3851"/>
                </a:lnTo>
                <a:lnTo>
                  <a:pt x="239837" y="4136"/>
                </a:lnTo>
                <a:lnTo>
                  <a:pt x="239979" y="4136"/>
                </a:lnTo>
                <a:lnTo>
                  <a:pt x="239837" y="4278"/>
                </a:lnTo>
                <a:lnTo>
                  <a:pt x="239266" y="4564"/>
                </a:lnTo>
                <a:lnTo>
                  <a:pt x="242261" y="4706"/>
                </a:lnTo>
                <a:lnTo>
                  <a:pt x="242403" y="4849"/>
                </a:lnTo>
                <a:lnTo>
                  <a:pt x="240835" y="4849"/>
                </a:lnTo>
                <a:lnTo>
                  <a:pt x="241405" y="4991"/>
                </a:lnTo>
                <a:lnTo>
                  <a:pt x="241120" y="4991"/>
                </a:lnTo>
                <a:lnTo>
                  <a:pt x="239409" y="4849"/>
                </a:lnTo>
                <a:lnTo>
                  <a:pt x="235844" y="4706"/>
                </a:lnTo>
                <a:lnTo>
                  <a:pt x="235844" y="4564"/>
                </a:lnTo>
                <a:lnTo>
                  <a:pt x="236415" y="4564"/>
                </a:lnTo>
                <a:lnTo>
                  <a:pt x="237698" y="4421"/>
                </a:lnTo>
                <a:lnTo>
                  <a:pt x="236700" y="4421"/>
                </a:lnTo>
                <a:lnTo>
                  <a:pt x="236272" y="4278"/>
                </a:lnTo>
                <a:lnTo>
                  <a:pt x="236129" y="4136"/>
                </a:lnTo>
                <a:lnTo>
                  <a:pt x="236700" y="4136"/>
                </a:lnTo>
                <a:lnTo>
                  <a:pt x="236272" y="3993"/>
                </a:lnTo>
                <a:lnTo>
                  <a:pt x="235559" y="3851"/>
                </a:lnTo>
                <a:lnTo>
                  <a:pt x="235131" y="3566"/>
                </a:lnTo>
                <a:lnTo>
                  <a:pt x="234703" y="3423"/>
                </a:lnTo>
                <a:lnTo>
                  <a:pt x="234133" y="3138"/>
                </a:lnTo>
                <a:lnTo>
                  <a:pt x="233848" y="2710"/>
                </a:lnTo>
                <a:close/>
                <a:moveTo>
                  <a:pt x="214598" y="4991"/>
                </a:moveTo>
                <a:lnTo>
                  <a:pt x="214171" y="5134"/>
                </a:lnTo>
                <a:lnTo>
                  <a:pt x="214313" y="4991"/>
                </a:lnTo>
                <a:close/>
                <a:moveTo>
                  <a:pt x="84271" y="4991"/>
                </a:moveTo>
                <a:lnTo>
                  <a:pt x="83843" y="5134"/>
                </a:lnTo>
                <a:lnTo>
                  <a:pt x="83558" y="5134"/>
                </a:lnTo>
                <a:lnTo>
                  <a:pt x="84271" y="4991"/>
                </a:lnTo>
                <a:close/>
                <a:moveTo>
                  <a:pt x="218876" y="4849"/>
                </a:moveTo>
                <a:lnTo>
                  <a:pt x="218733" y="4991"/>
                </a:lnTo>
                <a:lnTo>
                  <a:pt x="219304" y="4991"/>
                </a:lnTo>
                <a:lnTo>
                  <a:pt x="219019" y="5134"/>
                </a:lnTo>
                <a:lnTo>
                  <a:pt x="218733" y="4991"/>
                </a:lnTo>
                <a:lnTo>
                  <a:pt x="218448" y="4849"/>
                </a:lnTo>
                <a:close/>
                <a:moveTo>
                  <a:pt x="256948" y="4991"/>
                </a:moveTo>
                <a:lnTo>
                  <a:pt x="256805" y="5134"/>
                </a:lnTo>
                <a:lnTo>
                  <a:pt x="256377" y="4991"/>
                </a:lnTo>
                <a:lnTo>
                  <a:pt x="256662" y="5134"/>
                </a:lnTo>
                <a:lnTo>
                  <a:pt x="256377" y="5134"/>
                </a:lnTo>
                <a:lnTo>
                  <a:pt x="256092" y="4991"/>
                </a:lnTo>
                <a:lnTo>
                  <a:pt x="256377" y="4991"/>
                </a:lnTo>
                <a:lnTo>
                  <a:pt x="256377" y="4991"/>
                </a:lnTo>
                <a:lnTo>
                  <a:pt x="256377" y="4991"/>
                </a:lnTo>
                <a:close/>
                <a:moveTo>
                  <a:pt x="74433" y="4991"/>
                </a:moveTo>
                <a:lnTo>
                  <a:pt x="74718" y="5134"/>
                </a:lnTo>
                <a:lnTo>
                  <a:pt x="74575" y="5134"/>
                </a:lnTo>
                <a:lnTo>
                  <a:pt x="74290" y="5277"/>
                </a:lnTo>
                <a:lnTo>
                  <a:pt x="74290" y="5277"/>
                </a:lnTo>
                <a:lnTo>
                  <a:pt x="74433" y="5134"/>
                </a:lnTo>
                <a:lnTo>
                  <a:pt x="74433" y="4991"/>
                </a:lnTo>
                <a:close/>
                <a:moveTo>
                  <a:pt x="234989" y="4991"/>
                </a:moveTo>
                <a:lnTo>
                  <a:pt x="235702" y="5134"/>
                </a:lnTo>
                <a:lnTo>
                  <a:pt x="236129" y="5277"/>
                </a:lnTo>
                <a:lnTo>
                  <a:pt x="236129" y="5277"/>
                </a:lnTo>
                <a:lnTo>
                  <a:pt x="234561" y="5134"/>
                </a:lnTo>
                <a:lnTo>
                  <a:pt x="234561" y="4991"/>
                </a:lnTo>
                <a:close/>
                <a:moveTo>
                  <a:pt x="207754" y="5134"/>
                </a:moveTo>
                <a:lnTo>
                  <a:pt x="207897" y="5277"/>
                </a:lnTo>
                <a:lnTo>
                  <a:pt x="207469" y="5277"/>
                </a:lnTo>
                <a:lnTo>
                  <a:pt x="207611" y="5134"/>
                </a:lnTo>
                <a:close/>
                <a:moveTo>
                  <a:pt x="239979" y="5134"/>
                </a:moveTo>
                <a:lnTo>
                  <a:pt x="239979" y="5277"/>
                </a:lnTo>
                <a:lnTo>
                  <a:pt x="239837" y="5134"/>
                </a:lnTo>
                <a:close/>
                <a:moveTo>
                  <a:pt x="242831" y="5134"/>
                </a:moveTo>
                <a:lnTo>
                  <a:pt x="243116" y="5277"/>
                </a:lnTo>
                <a:lnTo>
                  <a:pt x="242689" y="5277"/>
                </a:lnTo>
                <a:lnTo>
                  <a:pt x="242831" y="5134"/>
                </a:lnTo>
                <a:close/>
                <a:moveTo>
                  <a:pt x="243687" y="5134"/>
                </a:moveTo>
                <a:lnTo>
                  <a:pt x="243544" y="5277"/>
                </a:lnTo>
                <a:lnTo>
                  <a:pt x="243401" y="5134"/>
                </a:lnTo>
                <a:close/>
                <a:moveTo>
                  <a:pt x="245540" y="5134"/>
                </a:moveTo>
                <a:lnTo>
                  <a:pt x="245398" y="5277"/>
                </a:lnTo>
                <a:lnTo>
                  <a:pt x="245113" y="5134"/>
                </a:lnTo>
                <a:close/>
                <a:moveTo>
                  <a:pt x="213172" y="5277"/>
                </a:moveTo>
                <a:lnTo>
                  <a:pt x="213458" y="5419"/>
                </a:lnTo>
                <a:lnTo>
                  <a:pt x="213458" y="5419"/>
                </a:lnTo>
                <a:lnTo>
                  <a:pt x="212887" y="5277"/>
                </a:lnTo>
                <a:close/>
                <a:moveTo>
                  <a:pt x="79851" y="5277"/>
                </a:moveTo>
                <a:lnTo>
                  <a:pt x="79851" y="5419"/>
                </a:lnTo>
                <a:lnTo>
                  <a:pt x="79138" y="5419"/>
                </a:lnTo>
                <a:lnTo>
                  <a:pt x="79851" y="5277"/>
                </a:lnTo>
                <a:close/>
                <a:moveTo>
                  <a:pt x="218591" y="5277"/>
                </a:moveTo>
                <a:lnTo>
                  <a:pt x="219019" y="5419"/>
                </a:lnTo>
                <a:lnTo>
                  <a:pt x="218733" y="5419"/>
                </a:lnTo>
                <a:lnTo>
                  <a:pt x="218163" y="5277"/>
                </a:lnTo>
                <a:close/>
                <a:moveTo>
                  <a:pt x="219304" y="5277"/>
                </a:moveTo>
                <a:lnTo>
                  <a:pt x="219161" y="5419"/>
                </a:lnTo>
                <a:lnTo>
                  <a:pt x="218876" y="5277"/>
                </a:lnTo>
                <a:close/>
                <a:moveTo>
                  <a:pt x="224722" y="5134"/>
                </a:moveTo>
                <a:lnTo>
                  <a:pt x="224865" y="5277"/>
                </a:lnTo>
                <a:lnTo>
                  <a:pt x="224865" y="5419"/>
                </a:lnTo>
                <a:lnTo>
                  <a:pt x="224722" y="5277"/>
                </a:lnTo>
                <a:lnTo>
                  <a:pt x="224580" y="5277"/>
                </a:lnTo>
                <a:lnTo>
                  <a:pt x="224580" y="5134"/>
                </a:lnTo>
                <a:close/>
                <a:moveTo>
                  <a:pt x="228394" y="5312"/>
                </a:moveTo>
                <a:lnTo>
                  <a:pt x="228715" y="5419"/>
                </a:lnTo>
                <a:lnTo>
                  <a:pt x="228287" y="5419"/>
                </a:lnTo>
                <a:lnTo>
                  <a:pt x="228394" y="5312"/>
                </a:lnTo>
                <a:close/>
                <a:moveTo>
                  <a:pt x="246253" y="5277"/>
                </a:moveTo>
                <a:lnTo>
                  <a:pt x="246681" y="5419"/>
                </a:lnTo>
                <a:lnTo>
                  <a:pt x="246111" y="5419"/>
                </a:lnTo>
                <a:lnTo>
                  <a:pt x="245968" y="5277"/>
                </a:lnTo>
                <a:close/>
                <a:moveTo>
                  <a:pt x="256092" y="5277"/>
                </a:moveTo>
                <a:lnTo>
                  <a:pt x="255664" y="5419"/>
                </a:lnTo>
                <a:lnTo>
                  <a:pt x="255236" y="5277"/>
                </a:lnTo>
                <a:close/>
                <a:moveTo>
                  <a:pt x="254666" y="5419"/>
                </a:moveTo>
                <a:lnTo>
                  <a:pt x="254096" y="5562"/>
                </a:lnTo>
                <a:lnTo>
                  <a:pt x="254096" y="5562"/>
                </a:lnTo>
                <a:lnTo>
                  <a:pt x="254523" y="5419"/>
                </a:lnTo>
                <a:close/>
                <a:moveTo>
                  <a:pt x="205615" y="5419"/>
                </a:moveTo>
                <a:lnTo>
                  <a:pt x="205330" y="5562"/>
                </a:lnTo>
                <a:lnTo>
                  <a:pt x="204902" y="5562"/>
                </a:lnTo>
                <a:lnTo>
                  <a:pt x="205045" y="5419"/>
                </a:lnTo>
                <a:close/>
                <a:moveTo>
                  <a:pt x="206328" y="5277"/>
                </a:moveTo>
                <a:lnTo>
                  <a:pt x="206756" y="5419"/>
                </a:lnTo>
                <a:lnTo>
                  <a:pt x="206756" y="5562"/>
                </a:lnTo>
                <a:lnTo>
                  <a:pt x="206471" y="5419"/>
                </a:lnTo>
                <a:lnTo>
                  <a:pt x="206043" y="5419"/>
                </a:lnTo>
                <a:lnTo>
                  <a:pt x="205758" y="5277"/>
                </a:lnTo>
                <a:close/>
                <a:moveTo>
                  <a:pt x="208467" y="5419"/>
                </a:moveTo>
                <a:lnTo>
                  <a:pt x="208467" y="5562"/>
                </a:lnTo>
                <a:lnTo>
                  <a:pt x="208324" y="5419"/>
                </a:lnTo>
                <a:close/>
                <a:moveTo>
                  <a:pt x="210891" y="5419"/>
                </a:moveTo>
                <a:lnTo>
                  <a:pt x="211034" y="5562"/>
                </a:lnTo>
                <a:lnTo>
                  <a:pt x="210606" y="5562"/>
                </a:lnTo>
                <a:lnTo>
                  <a:pt x="210891" y="5419"/>
                </a:lnTo>
                <a:close/>
                <a:moveTo>
                  <a:pt x="214598" y="5419"/>
                </a:moveTo>
                <a:lnTo>
                  <a:pt x="214456" y="5562"/>
                </a:lnTo>
                <a:lnTo>
                  <a:pt x="214313" y="5562"/>
                </a:lnTo>
                <a:lnTo>
                  <a:pt x="214313" y="5419"/>
                </a:lnTo>
                <a:close/>
                <a:moveTo>
                  <a:pt x="228002" y="5277"/>
                </a:moveTo>
                <a:lnTo>
                  <a:pt x="227717" y="5419"/>
                </a:lnTo>
                <a:lnTo>
                  <a:pt x="227146" y="5562"/>
                </a:lnTo>
                <a:lnTo>
                  <a:pt x="227146" y="5419"/>
                </a:lnTo>
                <a:lnTo>
                  <a:pt x="227717" y="5419"/>
                </a:lnTo>
                <a:lnTo>
                  <a:pt x="227289" y="5277"/>
                </a:lnTo>
                <a:close/>
                <a:moveTo>
                  <a:pt x="235702" y="5419"/>
                </a:moveTo>
                <a:lnTo>
                  <a:pt x="235702" y="5562"/>
                </a:lnTo>
                <a:lnTo>
                  <a:pt x="235416" y="5562"/>
                </a:lnTo>
                <a:lnTo>
                  <a:pt x="234989" y="5419"/>
                </a:lnTo>
                <a:close/>
                <a:moveTo>
                  <a:pt x="241405" y="5419"/>
                </a:moveTo>
                <a:lnTo>
                  <a:pt x="241548" y="5562"/>
                </a:lnTo>
                <a:lnTo>
                  <a:pt x="241405" y="5562"/>
                </a:lnTo>
                <a:lnTo>
                  <a:pt x="241120" y="5419"/>
                </a:lnTo>
                <a:close/>
                <a:moveTo>
                  <a:pt x="257233" y="5419"/>
                </a:moveTo>
                <a:lnTo>
                  <a:pt x="256948" y="5562"/>
                </a:lnTo>
                <a:lnTo>
                  <a:pt x="256805" y="5562"/>
                </a:lnTo>
                <a:lnTo>
                  <a:pt x="256235" y="5419"/>
                </a:lnTo>
                <a:close/>
                <a:moveTo>
                  <a:pt x="69157" y="5277"/>
                </a:moveTo>
                <a:lnTo>
                  <a:pt x="69014" y="5562"/>
                </a:lnTo>
                <a:lnTo>
                  <a:pt x="68729" y="5562"/>
                </a:lnTo>
                <a:lnTo>
                  <a:pt x="69014" y="5704"/>
                </a:lnTo>
                <a:lnTo>
                  <a:pt x="68444" y="5704"/>
                </a:lnTo>
                <a:lnTo>
                  <a:pt x="68729" y="5562"/>
                </a:lnTo>
                <a:lnTo>
                  <a:pt x="68729" y="5419"/>
                </a:lnTo>
                <a:lnTo>
                  <a:pt x="69014" y="5277"/>
                </a:lnTo>
                <a:close/>
                <a:moveTo>
                  <a:pt x="74147" y="5562"/>
                </a:moveTo>
                <a:lnTo>
                  <a:pt x="74575" y="5704"/>
                </a:lnTo>
                <a:lnTo>
                  <a:pt x="74005" y="5704"/>
                </a:lnTo>
                <a:lnTo>
                  <a:pt x="74147" y="5562"/>
                </a:lnTo>
                <a:close/>
                <a:moveTo>
                  <a:pt x="216452" y="5562"/>
                </a:moveTo>
                <a:lnTo>
                  <a:pt x="216595" y="5704"/>
                </a:lnTo>
                <a:lnTo>
                  <a:pt x="216167" y="5704"/>
                </a:lnTo>
                <a:lnTo>
                  <a:pt x="216167" y="5562"/>
                </a:lnTo>
                <a:close/>
                <a:moveTo>
                  <a:pt x="231139" y="5562"/>
                </a:moveTo>
                <a:lnTo>
                  <a:pt x="231139" y="5704"/>
                </a:lnTo>
                <a:lnTo>
                  <a:pt x="230996" y="5704"/>
                </a:lnTo>
                <a:lnTo>
                  <a:pt x="230996" y="5562"/>
                </a:lnTo>
                <a:close/>
                <a:moveTo>
                  <a:pt x="240265" y="5562"/>
                </a:moveTo>
                <a:lnTo>
                  <a:pt x="240550" y="5704"/>
                </a:lnTo>
                <a:lnTo>
                  <a:pt x="240122" y="5704"/>
                </a:lnTo>
                <a:lnTo>
                  <a:pt x="240265" y="5562"/>
                </a:lnTo>
                <a:close/>
                <a:moveTo>
                  <a:pt x="242403" y="5419"/>
                </a:moveTo>
                <a:lnTo>
                  <a:pt x="242118" y="5562"/>
                </a:lnTo>
                <a:lnTo>
                  <a:pt x="242403" y="5704"/>
                </a:lnTo>
                <a:lnTo>
                  <a:pt x="242118" y="5704"/>
                </a:lnTo>
                <a:lnTo>
                  <a:pt x="241976" y="5562"/>
                </a:lnTo>
                <a:lnTo>
                  <a:pt x="242118" y="5562"/>
                </a:lnTo>
                <a:lnTo>
                  <a:pt x="241690" y="5419"/>
                </a:lnTo>
                <a:close/>
                <a:moveTo>
                  <a:pt x="206898" y="5562"/>
                </a:moveTo>
                <a:lnTo>
                  <a:pt x="207469" y="5704"/>
                </a:lnTo>
                <a:lnTo>
                  <a:pt x="207326" y="5704"/>
                </a:lnTo>
                <a:lnTo>
                  <a:pt x="207326" y="5847"/>
                </a:lnTo>
                <a:lnTo>
                  <a:pt x="206613" y="5847"/>
                </a:lnTo>
                <a:lnTo>
                  <a:pt x="205473" y="5704"/>
                </a:lnTo>
                <a:lnTo>
                  <a:pt x="206898" y="5562"/>
                </a:lnTo>
                <a:close/>
                <a:moveTo>
                  <a:pt x="212745" y="5704"/>
                </a:moveTo>
                <a:lnTo>
                  <a:pt x="212745" y="5847"/>
                </a:lnTo>
                <a:lnTo>
                  <a:pt x="211747" y="5704"/>
                </a:lnTo>
                <a:close/>
                <a:moveTo>
                  <a:pt x="214171" y="5704"/>
                </a:moveTo>
                <a:lnTo>
                  <a:pt x="214313" y="5847"/>
                </a:lnTo>
                <a:lnTo>
                  <a:pt x="213885" y="5847"/>
                </a:lnTo>
                <a:lnTo>
                  <a:pt x="213885" y="5704"/>
                </a:lnTo>
                <a:close/>
                <a:moveTo>
                  <a:pt x="231567" y="5704"/>
                </a:moveTo>
                <a:lnTo>
                  <a:pt x="231709" y="5847"/>
                </a:lnTo>
                <a:lnTo>
                  <a:pt x="230996" y="5847"/>
                </a:lnTo>
                <a:lnTo>
                  <a:pt x="231567" y="5704"/>
                </a:lnTo>
                <a:close/>
                <a:moveTo>
                  <a:pt x="241833" y="5704"/>
                </a:moveTo>
                <a:lnTo>
                  <a:pt x="241690" y="5847"/>
                </a:lnTo>
                <a:lnTo>
                  <a:pt x="241405" y="5847"/>
                </a:lnTo>
                <a:lnTo>
                  <a:pt x="241833" y="5704"/>
                </a:lnTo>
                <a:close/>
                <a:moveTo>
                  <a:pt x="246396" y="5562"/>
                </a:moveTo>
                <a:lnTo>
                  <a:pt x="246538" y="5704"/>
                </a:lnTo>
                <a:lnTo>
                  <a:pt x="246396" y="5847"/>
                </a:lnTo>
                <a:lnTo>
                  <a:pt x="245968" y="5704"/>
                </a:lnTo>
                <a:lnTo>
                  <a:pt x="246396" y="5562"/>
                </a:lnTo>
                <a:close/>
                <a:moveTo>
                  <a:pt x="257518" y="5704"/>
                </a:moveTo>
                <a:lnTo>
                  <a:pt x="257660" y="5847"/>
                </a:lnTo>
                <a:lnTo>
                  <a:pt x="256948" y="5847"/>
                </a:lnTo>
                <a:lnTo>
                  <a:pt x="257233" y="5704"/>
                </a:lnTo>
                <a:close/>
                <a:moveTo>
                  <a:pt x="258659" y="5847"/>
                </a:moveTo>
                <a:lnTo>
                  <a:pt x="258801" y="5990"/>
                </a:lnTo>
                <a:lnTo>
                  <a:pt x="258801" y="5990"/>
                </a:lnTo>
                <a:lnTo>
                  <a:pt x="258516" y="5847"/>
                </a:lnTo>
                <a:close/>
                <a:moveTo>
                  <a:pt x="71438" y="5847"/>
                </a:moveTo>
                <a:lnTo>
                  <a:pt x="71010" y="5990"/>
                </a:lnTo>
                <a:lnTo>
                  <a:pt x="70725" y="5847"/>
                </a:lnTo>
                <a:close/>
                <a:moveTo>
                  <a:pt x="73149" y="5847"/>
                </a:moveTo>
                <a:lnTo>
                  <a:pt x="73720" y="5990"/>
                </a:lnTo>
                <a:lnTo>
                  <a:pt x="73292" y="5990"/>
                </a:lnTo>
                <a:lnTo>
                  <a:pt x="73149" y="5847"/>
                </a:lnTo>
                <a:close/>
                <a:moveTo>
                  <a:pt x="78995" y="5704"/>
                </a:moveTo>
                <a:lnTo>
                  <a:pt x="79138" y="5847"/>
                </a:lnTo>
                <a:lnTo>
                  <a:pt x="78425" y="5990"/>
                </a:lnTo>
                <a:lnTo>
                  <a:pt x="77997" y="5990"/>
                </a:lnTo>
                <a:lnTo>
                  <a:pt x="77997" y="5847"/>
                </a:lnTo>
                <a:lnTo>
                  <a:pt x="78140" y="5704"/>
                </a:lnTo>
                <a:lnTo>
                  <a:pt x="78425" y="5847"/>
                </a:lnTo>
                <a:lnTo>
                  <a:pt x="78710" y="5847"/>
                </a:lnTo>
                <a:lnTo>
                  <a:pt x="78995" y="5704"/>
                </a:lnTo>
                <a:close/>
                <a:moveTo>
                  <a:pt x="208324" y="5704"/>
                </a:moveTo>
                <a:lnTo>
                  <a:pt x="208182" y="5847"/>
                </a:lnTo>
                <a:lnTo>
                  <a:pt x="207897" y="5990"/>
                </a:lnTo>
                <a:lnTo>
                  <a:pt x="207897" y="5847"/>
                </a:lnTo>
                <a:lnTo>
                  <a:pt x="208182" y="5847"/>
                </a:lnTo>
                <a:lnTo>
                  <a:pt x="207897" y="5704"/>
                </a:lnTo>
                <a:close/>
                <a:moveTo>
                  <a:pt x="212032" y="5847"/>
                </a:moveTo>
                <a:lnTo>
                  <a:pt x="212887" y="5990"/>
                </a:lnTo>
                <a:lnTo>
                  <a:pt x="211889" y="5990"/>
                </a:lnTo>
                <a:lnTo>
                  <a:pt x="212032" y="5847"/>
                </a:lnTo>
                <a:close/>
                <a:moveTo>
                  <a:pt x="213600" y="5847"/>
                </a:moveTo>
                <a:lnTo>
                  <a:pt x="213743" y="5990"/>
                </a:lnTo>
                <a:lnTo>
                  <a:pt x="213600" y="5990"/>
                </a:lnTo>
                <a:lnTo>
                  <a:pt x="213600" y="5847"/>
                </a:lnTo>
                <a:close/>
                <a:moveTo>
                  <a:pt x="226148" y="5847"/>
                </a:moveTo>
                <a:lnTo>
                  <a:pt x="226148" y="5990"/>
                </a:lnTo>
                <a:lnTo>
                  <a:pt x="226006" y="5847"/>
                </a:lnTo>
                <a:close/>
                <a:moveTo>
                  <a:pt x="239409" y="5704"/>
                </a:moveTo>
                <a:lnTo>
                  <a:pt x="240265" y="5847"/>
                </a:lnTo>
                <a:lnTo>
                  <a:pt x="240265" y="5990"/>
                </a:lnTo>
                <a:lnTo>
                  <a:pt x="239979" y="5990"/>
                </a:lnTo>
                <a:lnTo>
                  <a:pt x="239979" y="5847"/>
                </a:lnTo>
                <a:lnTo>
                  <a:pt x="239124" y="5847"/>
                </a:lnTo>
                <a:lnTo>
                  <a:pt x="239409" y="5704"/>
                </a:lnTo>
                <a:close/>
                <a:moveTo>
                  <a:pt x="243687" y="5847"/>
                </a:moveTo>
                <a:lnTo>
                  <a:pt x="244114" y="5990"/>
                </a:lnTo>
                <a:lnTo>
                  <a:pt x="243544" y="5990"/>
                </a:lnTo>
                <a:lnTo>
                  <a:pt x="243544" y="5847"/>
                </a:lnTo>
                <a:close/>
                <a:moveTo>
                  <a:pt x="245968" y="5847"/>
                </a:moveTo>
                <a:lnTo>
                  <a:pt x="245968" y="5990"/>
                </a:lnTo>
                <a:lnTo>
                  <a:pt x="245826" y="5847"/>
                </a:lnTo>
                <a:close/>
                <a:moveTo>
                  <a:pt x="250531" y="5847"/>
                </a:moveTo>
                <a:lnTo>
                  <a:pt x="250674" y="5990"/>
                </a:lnTo>
                <a:lnTo>
                  <a:pt x="250531" y="5990"/>
                </a:lnTo>
                <a:lnTo>
                  <a:pt x="250531" y="5847"/>
                </a:lnTo>
                <a:close/>
                <a:moveTo>
                  <a:pt x="255379" y="5704"/>
                </a:moveTo>
                <a:lnTo>
                  <a:pt x="255522" y="5847"/>
                </a:lnTo>
                <a:lnTo>
                  <a:pt x="255379" y="5847"/>
                </a:lnTo>
                <a:lnTo>
                  <a:pt x="255664" y="5990"/>
                </a:lnTo>
                <a:lnTo>
                  <a:pt x="255379" y="5990"/>
                </a:lnTo>
                <a:lnTo>
                  <a:pt x="255379" y="5847"/>
                </a:lnTo>
                <a:lnTo>
                  <a:pt x="255379" y="5704"/>
                </a:lnTo>
                <a:close/>
                <a:moveTo>
                  <a:pt x="210178" y="5847"/>
                </a:moveTo>
                <a:lnTo>
                  <a:pt x="210463" y="5990"/>
                </a:lnTo>
                <a:lnTo>
                  <a:pt x="209750" y="5990"/>
                </a:lnTo>
                <a:lnTo>
                  <a:pt x="209465" y="6132"/>
                </a:lnTo>
                <a:lnTo>
                  <a:pt x="208895" y="6132"/>
                </a:lnTo>
                <a:lnTo>
                  <a:pt x="208752" y="5990"/>
                </a:lnTo>
                <a:lnTo>
                  <a:pt x="209180" y="5847"/>
                </a:lnTo>
                <a:close/>
                <a:moveTo>
                  <a:pt x="226006" y="5990"/>
                </a:moveTo>
                <a:lnTo>
                  <a:pt x="226148" y="6132"/>
                </a:lnTo>
                <a:lnTo>
                  <a:pt x="225863" y="6132"/>
                </a:lnTo>
                <a:lnTo>
                  <a:pt x="226006" y="5990"/>
                </a:lnTo>
                <a:close/>
                <a:moveTo>
                  <a:pt x="236415" y="5990"/>
                </a:moveTo>
                <a:lnTo>
                  <a:pt x="236272" y="6132"/>
                </a:lnTo>
                <a:lnTo>
                  <a:pt x="235987" y="6132"/>
                </a:lnTo>
                <a:lnTo>
                  <a:pt x="235702" y="5990"/>
                </a:lnTo>
                <a:close/>
                <a:moveTo>
                  <a:pt x="243259" y="5847"/>
                </a:moveTo>
                <a:lnTo>
                  <a:pt x="242974" y="5990"/>
                </a:lnTo>
                <a:lnTo>
                  <a:pt x="243259" y="6132"/>
                </a:lnTo>
                <a:lnTo>
                  <a:pt x="242831" y="6132"/>
                </a:lnTo>
                <a:lnTo>
                  <a:pt x="242403" y="5847"/>
                </a:lnTo>
                <a:close/>
                <a:moveTo>
                  <a:pt x="69727" y="5990"/>
                </a:moveTo>
                <a:lnTo>
                  <a:pt x="69157" y="6275"/>
                </a:lnTo>
                <a:lnTo>
                  <a:pt x="68872" y="6132"/>
                </a:lnTo>
                <a:lnTo>
                  <a:pt x="69727" y="5990"/>
                </a:lnTo>
                <a:close/>
                <a:moveTo>
                  <a:pt x="70297" y="6132"/>
                </a:moveTo>
                <a:lnTo>
                  <a:pt x="69870" y="6275"/>
                </a:lnTo>
                <a:lnTo>
                  <a:pt x="69727" y="6275"/>
                </a:lnTo>
                <a:lnTo>
                  <a:pt x="69584" y="6132"/>
                </a:lnTo>
                <a:close/>
                <a:moveTo>
                  <a:pt x="76857" y="5847"/>
                </a:moveTo>
                <a:lnTo>
                  <a:pt x="76714" y="5990"/>
                </a:lnTo>
                <a:lnTo>
                  <a:pt x="76286" y="6132"/>
                </a:lnTo>
                <a:lnTo>
                  <a:pt x="76429" y="6132"/>
                </a:lnTo>
                <a:lnTo>
                  <a:pt x="74147" y="6275"/>
                </a:lnTo>
                <a:lnTo>
                  <a:pt x="73862" y="6275"/>
                </a:lnTo>
                <a:lnTo>
                  <a:pt x="74005" y="6132"/>
                </a:lnTo>
                <a:lnTo>
                  <a:pt x="75003" y="5847"/>
                </a:lnTo>
                <a:close/>
                <a:moveTo>
                  <a:pt x="227574" y="5990"/>
                </a:moveTo>
                <a:lnTo>
                  <a:pt x="228144" y="6132"/>
                </a:lnTo>
                <a:lnTo>
                  <a:pt x="227717" y="6275"/>
                </a:lnTo>
                <a:lnTo>
                  <a:pt x="227431" y="6132"/>
                </a:lnTo>
                <a:lnTo>
                  <a:pt x="227004" y="5990"/>
                </a:lnTo>
                <a:close/>
                <a:moveTo>
                  <a:pt x="235131" y="5847"/>
                </a:moveTo>
                <a:lnTo>
                  <a:pt x="234989" y="6275"/>
                </a:lnTo>
                <a:lnTo>
                  <a:pt x="234276" y="6132"/>
                </a:lnTo>
                <a:lnTo>
                  <a:pt x="234133" y="5990"/>
                </a:lnTo>
                <a:lnTo>
                  <a:pt x="234418" y="5990"/>
                </a:lnTo>
                <a:lnTo>
                  <a:pt x="235131" y="5847"/>
                </a:lnTo>
                <a:close/>
                <a:moveTo>
                  <a:pt x="64309" y="6275"/>
                </a:moveTo>
                <a:lnTo>
                  <a:pt x="63738" y="6417"/>
                </a:lnTo>
                <a:lnTo>
                  <a:pt x="63738" y="6417"/>
                </a:lnTo>
                <a:lnTo>
                  <a:pt x="63881" y="6275"/>
                </a:lnTo>
                <a:close/>
                <a:moveTo>
                  <a:pt x="244257" y="6275"/>
                </a:moveTo>
                <a:lnTo>
                  <a:pt x="244400" y="6417"/>
                </a:lnTo>
                <a:lnTo>
                  <a:pt x="244400" y="6417"/>
                </a:lnTo>
                <a:lnTo>
                  <a:pt x="244114" y="6275"/>
                </a:lnTo>
                <a:close/>
                <a:moveTo>
                  <a:pt x="236842" y="6275"/>
                </a:moveTo>
                <a:lnTo>
                  <a:pt x="237128" y="6417"/>
                </a:lnTo>
                <a:lnTo>
                  <a:pt x="236700" y="6417"/>
                </a:lnTo>
                <a:lnTo>
                  <a:pt x="236842" y="6275"/>
                </a:lnTo>
                <a:close/>
                <a:moveTo>
                  <a:pt x="242546" y="6132"/>
                </a:moveTo>
                <a:lnTo>
                  <a:pt x="242689" y="6275"/>
                </a:lnTo>
                <a:lnTo>
                  <a:pt x="243259" y="6275"/>
                </a:lnTo>
                <a:lnTo>
                  <a:pt x="243259" y="6417"/>
                </a:lnTo>
                <a:lnTo>
                  <a:pt x="243116" y="6417"/>
                </a:lnTo>
                <a:lnTo>
                  <a:pt x="242689" y="6275"/>
                </a:lnTo>
                <a:lnTo>
                  <a:pt x="242546" y="6275"/>
                </a:lnTo>
                <a:lnTo>
                  <a:pt x="242546" y="6132"/>
                </a:lnTo>
                <a:close/>
                <a:moveTo>
                  <a:pt x="245398" y="6275"/>
                </a:moveTo>
                <a:lnTo>
                  <a:pt x="245540" y="6417"/>
                </a:lnTo>
                <a:lnTo>
                  <a:pt x="245113" y="6417"/>
                </a:lnTo>
                <a:lnTo>
                  <a:pt x="245398" y="6275"/>
                </a:lnTo>
                <a:close/>
                <a:moveTo>
                  <a:pt x="248820" y="5990"/>
                </a:moveTo>
                <a:lnTo>
                  <a:pt x="249818" y="6132"/>
                </a:lnTo>
                <a:lnTo>
                  <a:pt x="249390" y="6275"/>
                </a:lnTo>
                <a:lnTo>
                  <a:pt x="249105" y="6417"/>
                </a:lnTo>
                <a:lnTo>
                  <a:pt x="248962" y="6275"/>
                </a:lnTo>
                <a:lnTo>
                  <a:pt x="249390" y="6132"/>
                </a:lnTo>
                <a:lnTo>
                  <a:pt x="248677" y="5990"/>
                </a:lnTo>
                <a:close/>
                <a:moveTo>
                  <a:pt x="250674" y="6132"/>
                </a:moveTo>
                <a:lnTo>
                  <a:pt x="251101" y="6275"/>
                </a:lnTo>
                <a:lnTo>
                  <a:pt x="250959" y="6417"/>
                </a:lnTo>
                <a:lnTo>
                  <a:pt x="250816" y="6417"/>
                </a:lnTo>
                <a:lnTo>
                  <a:pt x="249961" y="6275"/>
                </a:lnTo>
                <a:lnTo>
                  <a:pt x="250388" y="6132"/>
                </a:lnTo>
                <a:close/>
                <a:moveTo>
                  <a:pt x="247537" y="6275"/>
                </a:moveTo>
                <a:lnTo>
                  <a:pt x="247679" y="6417"/>
                </a:lnTo>
                <a:lnTo>
                  <a:pt x="247109" y="6560"/>
                </a:lnTo>
                <a:lnTo>
                  <a:pt x="247109" y="6560"/>
                </a:lnTo>
                <a:lnTo>
                  <a:pt x="247394" y="6417"/>
                </a:lnTo>
                <a:lnTo>
                  <a:pt x="247537" y="6275"/>
                </a:lnTo>
                <a:close/>
                <a:moveTo>
                  <a:pt x="67303" y="6417"/>
                </a:moveTo>
                <a:lnTo>
                  <a:pt x="67446" y="6560"/>
                </a:lnTo>
                <a:lnTo>
                  <a:pt x="67018" y="6560"/>
                </a:lnTo>
                <a:lnTo>
                  <a:pt x="67303" y="6417"/>
                </a:lnTo>
                <a:close/>
                <a:moveTo>
                  <a:pt x="71010" y="6417"/>
                </a:moveTo>
                <a:lnTo>
                  <a:pt x="70440" y="6560"/>
                </a:lnTo>
                <a:lnTo>
                  <a:pt x="70012" y="6560"/>
                </a:lnTo>
                <a:lnTo>
                  <a:pt x="70440" y="6417"/>
                </a:lnTo>
                <a:close/>
                <a:moveTo>
                  <a:pt x="72294" y="6275"/>
                </a:moveTo>
                <a:lnTo>
                  <a:pt x="72579" y="6417"/>
                </a:lnTo>
                <a:lnTo>
                  <a:pt x="72721" y="6417"/>
                </a:lnTo>
                <a:lnTo>
                  <a:pt x="72579" y="6560"/>
                </a:lnTo>
                <a:lnTo>
                  <a:pt x="72579" y="6417"/>
                </a:lnTo>
                <a:lnTo>
                  <a:pt x="72009" y="6417"/>
                </a:lnTo>
                <a:lnTo>
                  <a:pt x="72294" y="6275"/>
                </a:lnTo>
                <a:close/>
                <a:moveTo>
                  <a:pt x="73720" y="6417"/>
                </a:moveTo>
                <a:lnTo>
                  <a:pt x="73577" y="6560"/>
                </a:lnTo>
                <a:lnTo>
                  <a:pt x="73149" y="6560"/>
                </a:lnTo>
                <a:lnTo>
                  <a:pt x="73434" y="6417"/>
                </a:lnTo>
                <a:close/>
                <a:moveTo>
                  <a:pt x="229285" y="6417"/>
                </a:moveTo>
                <a:lnTo>
                  <a:pt x="229142" y="6560"/>
                </a:lnTo>
                <a:lnTo>
                  <a:pt x="228715" y="6560"/>
                </a:lnTo>
                <a:lnTo>
                  <a:pt x="229000" y="6417"/>
                </a:lnTo>
                <a:close/>
                <a:moveTo>
                  <a:pt x="231281" y="6417"/>
                </a:moveTo>
                <a:lnTo>
                  <a:pt x="231424" y="6560"/>
                </a:lnTo>
                <a:lnTo>
                  <a:pt x="231281" y="6560"/>
                </a:lnTo>
                <a:lnTo>
                  <a:pt x="231281" y="6417"/>
                </a:lnTo>
                <a:close/>
                <a:moveTo>
                  <a:pt x="240835" y="6132"/>
                </a:moveTo>
                <a:lnTo>
                  <a:pt x="241263" y="6275"/>
                </a:lnTo>
                <a:lnTo>
                  <a:pt x="241690" y="6417"/>
                </a:lnTo>
                <a:lnTo>
                  <a:pt x="241976" y="6560"/>
                </a:lnTo>
                <a:lnTo>
                  <a:pt x="240692" y="6417"/>
                </a:lnTo>
                <a:lnTo>
                  <a:pt x="240265" y="6417"/>
                </a:lnTo>
                <a:lnTo>
                  <a:pt x="240550" y="6275"/>
                </a:lnTo>
                <a:lnTo>
                  <a:pt x="240692" y="6132"/>
                </a:lnTo>
                <a:close/>
                <a:moveTo>
                  <a:pt x="249675" y="6417"/>
                </a:moveTo>
                <a:lnTo>
                  <a:pt x="249818" y="6560"/>
                </a:lnTo>
                <a:lnTo>
                  <a:pt x="249675" y="6560"/>
                </a:lnTo>
                <a:lnTo>
                  <a:pt x="249675" y="6417"/>
                </a:lnTo>
                <a:close/>
                <a:moveTo>
                  <a:pt x="261225" y="6132"/>
                </a:moveTo>
                <a:lnTo>
                  <a:pt x="261225" y="6275"/>
                </a:lnTo>
                <a:lnTo>
                  <a:pt x="260797" y="6275"/>
                </a:lnTo>
                <a:lnTo>
                  <a:pt x="260655" y="6417"/>
                </a:lnTo>
                <a:lnTo>
                  <a:pt x="260655" y="6560"/>
                </a:lnTo>
                <a:lnTo>
                  <a:pt x="260512" y="6560"/>
                </a:lnTo>
                <a:lnTo>
                  <a:pt x="260084" y="6417"/>
                </a:lnTo>
                <a:lnTo>
                  <a:pt x="260370" y="6417"/>
                </a:lnTo>
                <a:lnTo>
                  <a:pt x="260084" y="6275"/>
                </a:lnTo>
                <a:lnTo>
                  <a:pt x="260940" y="6132"/>
                </a:lnTo>
                <a:close/>
                <a:moveTo>
                  <a:pt x="261510" y="6417"/>
                </a:moveTo>
                <a:lnTo>
                  <a:pt x="262081" y="6560"/>
                </a:lnTo>
                <a:lnTo>
                  <a:pt x="262081" y="6560"/>
                </a:lnTo>
                <a:lnTo>
                  <a:pt x="261510" y="6489"/>
                </a:lnTo>
                <a:lnTo>
                  <a:pt x="261510" y="6489"/>
                </a:lnTo>
                <a:lnTo>
                  <a:pt x="261510" y="6560"/>
                </a:lnTo>
                <a:lnTo>
                  <a:pt x="260940" y="6417"/>
                </a:lnTo>
                <a:lnTo>
                  <a:pt x="261510" y="6489"/>
                </a:lnTo>
                <a:lnTo>
                  <a:pt x="261510" y="6489"/>
                </a:lnTo>
                <a:lnTo>
                  <a:pt x="261510" y="6417"/>
                </a:lnTo>
                <a:close/>
                <a:moveTo>
                  <a:pt x="251101" y="6560"/>
                </a:moveTo>
                <a:lnTo>
                  <a:pt x="251244" y="6702"/>
                </a:lnTo>
                <a:lnTo>
                  <a:pt x="250531" y="6702"/>
                </a:lnTo>
                <a:lnTo>
                  <a:pt x="250388" y="6560"/>
                </a:lnTo>
                <a:close/>
                <a:moveTo>
                  <a:pt x="240977" y="6702"/>
                </a:moveTo>
                <a:lnTo>
                  <a:pt x="241120" y="6845"/>
                </a:lnTo>
                <a:lnTo>
                  <a:pt x="241120" y="6845"/>
                </a:lnTo>
                <a:lnTo>
                  <a:pt x="240835" y="6702"/>
                </a:lnTo>
                <a:close/>
                <a:moveTo>
                  <a:pt x="62883" y="6702"/>
                </a:moveTo>
                <a:lnTo>
                  <a:pt x="62455" y="6845"/>
                </a:lnTo>
                <a:lnTo>
                  <a:pt x="62740" y="6702"/>
                </a:lnTo>
                <a:close/>
                <a:moveTo>
                  <a:pt x="67018" y="6702"/>
                </a:moveTo>
                <a:lnTo>
                  <a:pt x="67160" y="6845"/>
                </a:lnTo>
                <a:lnTo>
                  <a:pt x="66875" y="6845"/>
                </a:lnTo>
                <a:lnTo>
                  <a:pt x="67018" y="6702"/>
                </a:lnTo>
                <a:close/>
                <a:moveTo>
                  <a:pt x="71296" y="6560"/>
                </a:moveTo>
                <a:lnTo>
                  <a:pt x="71581" y="6702"/>
                </a:lnTo>
                <a:lnTo>
                  <a:pt x="71438" y="6702"/>
                </a:lnTo>
                <a:lnTo>
                  <a:pt x="71153" y="6845"/>
                </a:lnTo>
                <a:lnTo>
                  <a:pt x="70583" y="6845"/>
                </a:lnTo>
                <a:lnTo>
                  <a:pt x="71010" y="6702"/>
                </a:lnTo>
                <a:lnTo>
                  <a:pt x="71296" y="6560"/>
                </a:lnTo>
                <a:close/>
                <a:moveTo>
                  <a:pt x="234846" y="6417"/>
                </a:moveTo>
                <a:lnTo>
                  <a:pt x="235131" y="6560"/>
                </a:lnTo>
                <a:lnTo>
                  <a:pt x="235274" y="6845"/>
                </a:lnTo>
                <a:lnTo>
                  <a:pt x="234989" y="6702"/>
                </a:lnTo>
                <a:lnTo>
                  <a:pt x="234133" y="6417"/>
                </a:lnTo>
                <a:close/>
                <a:moveTo>
                  <a:pt x="241690" y="6560"/>
                </a:moveTo>
                <a:lnTo>
                  <a:pt x="241976" y="6702"/>
                </a:lnTo>
                <a:lnTo>
                  <a:pt x="242118" y="6702"/>
                </a:lnTo>
                <a:lnTo>
                  <a:pt x="242118" y="6845"/>
                </a:lnTo>
                <a:lnTo>
                  <a:pt x="241263" y="6702"/>
                </a:lnTo>
                <a:lnTo>
                  <a:pt x="241548" y="6702"/>
                </a:lnTo>
                <a:lnTo>
                  <a:pt x="241690" y="6560"/>
                </a:lnTo>
                <a:close/>
                <a:moveTo>
                  <a:pt x="260797" y="6702"/>
                </a:moveTo>
                <a:lnTo>
                  <a:pt x="260370" y="6845"/>
                </a:lnTo>
                <a:lnTo>
                  <a:pt x="260227" y="6702"/>
                </a:lnTo>
                <a:close/>
                <a:moveTo>
                  <a:pt x="231424" y="6845"/>
                </a:moveTo>
                <a:lnTo>
                  <a:pt x="231567" y="6988"/>
                </a:lnTo>
                <a:lnTo>
                  <a:pt x="231567" y="6988"/>
                </a:lnTo>
                <a:lnTo>
                  <a:pt x="231281" y="6845"/>
                </a:lnTo>
                <a:close/>
                <a:moveTo>
                  <a:pt x="67873" y="6845"/>
                </a:moveTo>
                <a:lnTo>
                  <a:pt x="67446" y="6988"/>
                </a:lnTo>
                <a:lnTo>
                  <a:pt x="67018" y="6988"/>
                </a:lnTo>
                <a:lnTo>
                  <a:pt x="67303" y="6845"/>
                </a:lnTo>
                <a:close/>
                <a:moveTo>
                  <a:pt x="69870" y="6702"/>
                </a:moveTo>
                <a:lnTo>
                  <a:pt x="69442" y="6845"/>
                </a:lnTo>
                <a:lnTo>
                  <a:pt x="69299" y="6845"/>
                </a:lnTo>
                <a:lnTo>
                  <a:pt x="69442" y="6988"/>
                </a:lnTo>
                <a:lnTo>
                  <a:pt x="69014" y="6988"/>
                </a:lnTo>
                <a:lnTo>
                  <a:pt x="69299" y="6845"/>
                </a:lnTo>
                <a:lnTo>
                  <a:pt x="69157" y="6845"/>
                </a:lnTo>
                <a:lnTo>
                  <a:pt x="69727" y="6702"/>
                </a:lnTo>
                <a:close/>
                <a:moveTo>
                  <a:pt x="243687" y="6702"/>
                </a:moveTo>
                <a:lnTo>
                  <a:pt x="244542" y="6845"/>
                </a:lnTo>
                <a:lnTo>
                  <a:pt x="243829" y="6845"/>
                </a:lnTo>
                <a:lnTo>
                  <a:pt x="243687" y="6988"/>
                </a:lnTo>
                <a:lnTo>
                  <a:pt x="243544" y="6845"/>
                </a:lnTo>
                <a:lnTo>
                  <a:pt x="243687" y="6702"/>
                </a:lnTo>
                <a:close/>
                <a:moveTo>
                  <a:pt x="250816" y="6845"/>
                </a:moveTo>
                <a:lnTo>
                  <a:pt x="250388" y="6988"/>
                </a:lnTo>
                <a:lnTo>
                  <a:pt x="250246" y="6845"/>
                </a:lnTo>
                <a:close/>
                <a:moveTo>
                  <a:pt x="251672" y="6845"/>
                </a:moveTo>
                <a:lnTo>
                  <a:pt x="251814" y="6988"/>
                </a:lnTo>
                <a:lnTo>
                  <a:pt x="251387" y="6988"/>
                </a:lnTo>
                <a:lnTo>
                  <a:pt x="251387" y="6845"/>
                </a:lnTo>
                <a:close/>
                <a:moveTo>
                  <a:pt x="261796" y="6845"/>
                </a:moveTo>
                <a:lnTo>
                  <a:pt x="261938" y="6988"/>
                </a:lnTo>
                <a:lnTo>
                  <a:pt x="261796" y="6988"/>
                </a:lnTo>
                <a:lnTo>
                  <a:pt x="261368" y="6845"/>
                </a:lnTo>
                <a:close/>
                <a:moveTo>
                  <a:pt x="261938" y="6702"/>
                </a:moveTo>
                <a:lnTo>
                  <a:pt x="262081" y="6845"/>
                </a:lnTo>
                <a:lnTo>
                  <a:pt x="262366" y="6988"/>
                </a:lnTo>
                <a:lnTo>
                  <a:pt x="262223" y="6988"/>
                </a:lnTo>
                <a:lnTo>
                  <a:pt x="262081" y="6845"/>
                </a:lnTo>
                <a:lnTo>
                  <a:pt x="261938" y="6845"/>
                </a:lnTo>
                <a:lnTo>
                  <a:pt x="261938" y="6702"/>
                </a:lnTo>
                <a:close/>
                <a:moveTo>
                  <a:pt x="262509" y="6702"/>
                </a:moveTo>
                <a:lnTo>
                  <a:pt x="262936" y="6845"/>
                </a:lnTo>
                <a:lnTo>
                  <a:pt x="263364" y="6988"/>
                </a:lnTo>
                <a:lnTo>
                  <a:pt x="262651" y="6988"/>
                </a:lnTo>
                <a:lnTo>
                  <a:pt x="262366" y="6845"/>
                </a:lnTo>
                <a:lnTo>
                  <a:pt x="262509" y="6702"/>
                </a:lnTo>
                <a:close/>
                <a:moveTo>
                  <a:pt x="234418" y="6988"/>
                </a:moveTo>
                <a:lnTo>
                  <a:pt x="234561" y="7130"/>
                </a:lnTo>
                <a:lnTo>
                  <a:pt x="234276" y="7130"/>
                </a:lnTo>
                <a:lnTo>
                  <a:pt x="234276" y="6988"/>
                </a:lnTo>
                <a:close/>
                <a:moveTo>
                  <a:pt x="241405" y="6988"/>
                </a:moveTo>
                <a:lnTo>
                  <a:pt x="241405" y="7130"/>
                </a:lnTo>
                <a:lnTo>
                  <a:pt x="241263" y="6988"/>
                </a:lnTo>
                <a:close/>
                <a:moveTo>
                  <a:pt x="247537" y="6988"/>
                </a:moveTo>
                <a:lnTo>
                  <a:pt x="247679" y="7130"/>
                </a:lnTo>
                <a:lnTo>
                  <a:pt x="247109" y="7130"/>
                </a:lnTo>
                <a:lnTo>
                  <a:pt x="247394" y="6988"/>
                </a:lnTo>
                <a:close/>
                <a:moveTo>
                  <a:pt x="251101" y="6988"/>
                </a:moveTo>
                <a:lnTo>
                  <a:pt x="251101" y="7130"/>
                </a:lnTo>
                <a:lnTo>
                  <a:pt x="250816" y="7130"/>
                </a:lnTo>
                <a:lnTo>
                  <a:pt x="251101" y="6988"/>
                </a:lnTo>
                <a:close/>
                <a:moveTo>
                  <a:pt x="55753" y="7130"/>
                </a:moveTo>
                <a:lnTo>
                  <a:pt x="55230" y="7261"/>
                </a:lnTo>
                <a:lnTo>
                  <a:pt x="55230" y="7261"/>
                </a:lnTo>
                <a:lnTo>
                  <a:pt x="56181" y="7227"/>
                </a:lnTo>
                <a:lnTo>
                  <a:pt x="56181" y="7227"/>
                </a:lnTo>
                <a:lnTo>
                  <a:pt x="56181" y="7130"/>
                </a:lnTo>
                <a:close/>
                <a:moveTo>
                  <a:pt x="68444" y="6988"/>
                </a:moveTo>
                <a:lnTo>
                  <a:pt x="67873" y="7130"/>
                </a:lnTo>
                <a:lnTo>
                  <a:pt x="67303" y="7273"/>
                </a:lnTo>
                <a:lnTo>
                  <a:pt x="67303" y="7273"/>
                </a:lnTo>
                <a:lnTo>
                  <a:pt x="68159" y="6988"/>
                </a:lnTo>
                <a:close/>
                <a:moveTo>
                  <a:pt x="64594" y="7130"/>
                </a:moveTo>
                <a:lnTo>
                  <a:pt x="64451" y="7273"/>
                </a:lnTo>
                <a:lnTo>
                  <a:pt x="64451" y="7130"/>
                </a:lnTo>
                <a:close/>
                <a:moveTo>
                  <a:pt x="228430" y="7130"/>
                </a:moveTo>
                <a:lnTo>
                  <a:pt x="228857" y="7273"/>
                </a:lnTo>
                <a:lnTo>
                  <a:pt x="228572" y="7273"/>
                </a:lnTo>
                <a:lnTo>
                  <a:pt x="228430" y="7130"/>
                </a:lnTo>
                <a:close/>
                <a:moveTo>
                  <a:pt x="239552" y="7130"/>
                </a:moveTo>
                <a:lnTo>
                  <a:pt x="239552" y="7273"/>
                </a:lnTo>
                <a:lnTo>
                  <a:pt x="239266" y="7130"/>
                </a:lnTo>
                <a:close/>
                <a:moveTo>
                  <a:pt x="240835" y="7130"/>
                </a:moveTo>
                <a:lnTo>
                  <a:pt x="240835" y="7273"/>
                </a:lnTo>
                <a:lnTo>
                  <a:pt x="240692" y="7130"/>
                </a:lnTo>
                <a:close/>
                <a:moveTo>
                  <a:pt x="256092" y="7130"/>
                </a:moveTo>
                <a:lnTo>
                  <a:pt x="255949" y="7273"/>
                </a:lnTo>
                <a:lnTo>
                  <a:pt x="255807" y="7130"/>
                </a:lnTo>
                <a:close/>
                <a:moveTo>
                  <a:pt x="65307" y="7273"/>
                </a:moveTo>
                <a:lnTo>
                  <a:pt x="65449" y="7415"/>
                </a:lnTo>
                <a:lnTo>
                  <a:pt x="65022" y="7415"/>
                </a:lnTo>
                <a:lnTo>
                  <a:pt x="65307" y="7273"/>
                </a:lnTo>
                <a:close/>
                <a:moveTo>
                  <a:pt x="66875" y="7273"/>
                </a:moveTo>
                <a:lnTo>
                  <a:pt x="66305" y="7415"/>
                </a:lnTo>
                <a:lnTo>
                  <a:pt x="66590" y="7273"/>
                </a:lnTo>
                <a:close/>
                <a:moveTo>
                  <a:pt x="233420" y="7273"/>
                </a:moveTo>
                <a:lnTo>
                  <a:pt x="233563" y="7415"/>
                </a:lnTo>
                <a:lnTo>
                  <a:pt x="233420" y="7415"/>
                </a:lnTo>
                <a:lnTo>
                  <a:pt x="233420" y="7273"/>
                </a:lnTo>
                <a:close/>
                <a:moveTo>
                  <a:pt x="57750" y="7273"/>
                </a:moveTo>
                <a:lnTo>
                  <a:pt x="57892" y="7415"/>
                </a:lnTo>
                <a:lnTo>
                  <a:pt x="57607" y="7558"/>
                </a:lnTo>
                <a:lnTo>
                  <a:pt x="56324" y="7558"/>
                </a:lnTo>
                <a:lnTo>
                  <a:pt x="56894" y="7273"/>
                </a:lnTo>
                <a:close/>
                <a:moveTo>
                  <a:pt x="242261" y="7415"/>
                </a:moveTo>
                <a:lnTo>
                  <a:pt x="242831" y="7558"/>
                </a:lnTo>
                <a:lnTo>
                  <a:pt x="242261" y="7558"/>
                </a:lnTo>
                <a:lnTo>
                  <a:pt x="242261" y="7415"/>
                </a:lnTo>
                <a:close/>
                <a:moveTo>
                  <a:pt x="244114" y="7130"/>
                </a:moveTo>
                <a:lnTo>
                  <a:pt x="244257" y="7273"/>
                </a:lnTo>
                <a:lnTo>
                  <a:pt x="243972" y="7273"/>
                </a:lnTo>
                <a:lnTo>
                  <a:pt x="244400" y="7558"/>
                </a:lnTo>
                <a:lnTo>
                  <a:pt x="244114" y="7415"/>
                </a:lnTo>
                <a:lnTo>
                  <a:pt x="243259" y="7415"/>
                </a:lnTo>
                <a:lnTo>
                  <a:pt x="243259" y="7273"/>
                </a:lnTo>
                <a:lnTo>
                  <a:pt x="243687" y="7130"/>
                </a:lnTo>
                <a:close/>
                <a:moveTo>
                  <a:pt x="245255" y="7130"/>
                </a:moveTo>
                <a:lnTo>
                  <a:pt x="245398" y="7273"/>
                </a:lnTo>
                <a:lnTo>
                  <a:pt x="245255" y="7273"/>
                </a:lnTo>
                <a:lnTo>
                  <a:pt x="245255" y="7415"/>
                </a:lnTo>
                <a:lnTo>
                  <a:pt x="245398" y="7415"/>
                </a:lnTo>
                <a:lnTo>
                  <a:pt x="245398" y="7558"/>
                </a:lnTo>
                <a:lnTo>
                  <a:pt x="245113" y="7558"/>
                </a:lnTo>
                <a:lnTo>
                  <a:pt x="245113" y="7415"/>
                </a:lnTo>
                <a:lnTo>
                  <a:pt x="244542" y="7130"/>
                </a:lnTo>
                <a:close/>
                <a:moveTo>
                  <a:pt x="245968" y="7415"/>
                </a:moveTo>
                <a:lnTo>
                  <a:pt x="246111" y="7558"/>
                </a:lnTo>
                <a:lnTo>
                  <a:pt x="245683" y="7558"/>
                </a:lnTo>
                <a:lnTo>
                  <a:pt x="245968" y="7415"/>
                </a:lnTo>
                <a:close/>
                <a:moveTo>
                  <a:pt x="251957" y="7273"/>
                </a:moveTo>
                <a:lnTo>
                  <a:pt x="251814" y="7558"/>
                </a:lnTo>
                <a:lnTo>
                  <a:pt x="251101" y="7558"/>
                </a:lnTo>
                <a:lnTo>
                  <a:pt x="251244" y="7415"/>
                </a:lnTo>
                <a:lnTo>
                  <a:pt x="251957" y="7273"/>
                </a:lnTo>
                <a:close/>
                <a:moveTo>
                  <a:pt x="255949" y="7415"/>
                </a:moveTo>
                <a:lnTo>
                  <a:pt x="255949" y="7558"/>
                </a:lnTo>
                <a:lnTo>
                  <a:pt x="255522" y="7415"/>
                </a:lnTo>
                <a:close/>
                <a:moveTo>
                  <a:pt x="246966" y="7558"/>
                </a:moveTo>
                <a:lnTo>
                  <a:pt x="247109" y="7701"/>
                </a:lnTo>
                <a:lnTo>
                  <a:pt x="246824" y="7558"/>
                </a:lnTo>
                <a:close/>
                <a:moveTo>
                  <a:pt x="64023" y="7130"/>
                </a:moveTo>
                <a:lnTo>
                  <a:pt x="63881" y="7415"/>
                </a:lnTo>
                <a:lnTo>
                  <a:pt x="63738" y="7415"/>
                </a:lnTo>
                <a:lnTo>
                  <a:pt x="64309" y="7558"/>
                </a:lnTo>
                <a:lnTo>
                  <a:pt x="63311" y="7701"/>
                </a:lnTo>
                <a:lnTo>
                  <a:pt x="63738" y="7415"/>
                </a:lnTo>
                <a:lnTo>
                  <a:pt x="62740" y="7415"/>
                </a:lnTo>
                <a:lnTo>
                  <a:pt x="63738" y="7273"/>
                </a:lnTo>
                <a:lnTo>
                  <a:pt x="64023" y="7130"/>
                </a:lnTo>
                <a:close/>
                <a:moveTo>
                  <a:pt x="233705" y="7558"/>
                </a:moveTo>
                <a:lnTo>
                  <a:pt x="233848" y="7701"/>
                </a:lnTo>
                <a:lnTo>
                  <a:pt x="233705" y="7701"/>
                </a:lnTo>
                <a:lnTo>
                  <a:pt x="233705" y="7558"/>
                </a:lnTo>
                <a:close/>
                <a:moveTo>
                  <a:pt x="234846" y="7558"/>
                </a:moveTo>
                <a:lnTo>
                  <a:pt x="234561" y="7701"/>
                </a:lnTo>
                <a:lnTo>
                  <a:pt x="234276" y="7558"/>
                </a:lnTo>
                <a:close/>
                <a:moveTo>
                  <a:pt x="58320" y="7558"/>
                </a:moveTo>
                <a:lnTo>
                  <a:pt x="58462" y="7701"/>
                </a:lnTo>
                <a:lnTo>
                  <a:pt x="58035" y="7701"/>
                </a:lnTo>
                <a:lnTo>
                  <a:pt x="57607" y="7843"/>
                </a:lnTo>
                <a:lnTo>
                  <a:pt x="57464" y="7843"/>
                </a:lnTo>
                <a:lnTo>
                  <a:pt x="57464" y="7701"/>
                </a:lnTo>
                <a:lnTo>
                  <a:pt x="58035" y="7701"/>
                </a:lnTo>
                <a:lnTo>
                  <a:pt x="58320" y="7558"/>
                </a:lnTo>
                <a:close/>
                <a:moveTo>
                  <a:pt x="234989" y="7558"/>
                </a:moveTo>
                <a:lnTo>
                  <a:pt x="234989" y="7843"/>
                </a:lnTo>
                <a:lnTo>
                  <a:pt x="234846" y="7843"/>
                </a:lnTo>
                <a:lnTo>
                  <a:pt x="234989" y="7558"/>
                </a:lnTo>
                <a:close/>
                <a:moveTo>
                  <a:pt x="241263" y="7415"/>
                </a:moveTo>
                <a:lnTo>
                  <a:pt x="241548" y="7558"/>
                </a:lnTo>
                <a:lnTo>
                  <a:pt x="241263" y="7558"/>
                </a:lnTo>
                <a:lnTo>
                  <a:pt x="241548" y="7843"/>
                </a:lnTo>
                <a:lnTo>
                  <a:pt x="241405" y="7843"/>
                </a:lnTo>
                <a:lnTo>
                  <a:pt x="240407" y="7558"/>
                </a:lnTo>
                <a:lnTo>
                  <a:pt x="240550" y="7415"/>
                </a:lnTo>
                <a:close/>
                <a:moveTo>
                  <a:pt x="241976" y="7701"/>
                </a:moveTo>
                <a:lnTo>
                  <a:pt x="242261" y="7843"/>
                </a:lnTo>
                <a:lnTo>
                  <a:pt x="241976" y="7843"/>
                </a:lnTo>
                <a:lnTo>
                  <a:pt x="241976" y="7701"/>
                </a:lnTo>
                <a:close/>
                <a:moveTo>
                  <a:pt x="248107" y="7701"/>
                </a:moveTo>
                <a:lnTo>
                  <a:pt x="248107" y="7843"/>
                </a:lnTo>
                <a:lnTo>
                  <a:pt x="247251" y="7843"/>
                </a:lnTo>
                <a:lnTo>
                  <a:pt x="248107" y="7701"/>
                </a:lnTo>
                <a:close/>
                <a:moveTo>
                  <a:pt x="231424" y="7843"/>
                </a:moveTo>
                <a:lnTo>
                  <a:pt x="231567" y="7986"/>
                </a:lnTo>
                <a:lnTo>
                  <a:pt x="231281" y="7843"/>
                </a:lnTo>
                <a:close/>
                <a:moveTo>
                  <a:pt x="51761" y="7843"/>
                </a:moveTo>
                <a:lnTo>
                  <a:pt x="51761" y="7986"/>
                </a:lnTo>
                <a:lnTo>
                  <a:pt x="51190" y="7986"/>
                </a:lnTo>
                <a:lnTo>
                  <a:pt x="51761" y="7843"/>
                </a:lnTo>
                <a:close/>
                <a:moveTo>
                  <a:pt x="241263" y="7843"/>
                </a:moveTo>
                <a:lnTo>
                  <a:pt x="241690" y="7986"/>
                </a:lnTo>
                <a:lnTo>
                  <a:pt x="241263" y="7986"/>
                </a:lnTo>
                <a:lnTo>
                  <a:pt x="241120" y="7843"/>
                </a:lnTo>
                <a:close/>
                <a:moveTo>
                  <a:pt x="244827" y="7843"/>
                </a:moveTo>
                <a:lnTo>
                  <a:pt x="244970" y="7986"/>
                </a:lnTo>
                <a:lnTo>
                  <a:pt x="244827" y="7986"/>
                </a:lnTo>
                <a:lnTo>
                  <a:pt x="244542" y="7843"/>
                </a:lnTo>
                <a:close/>
                <a:moveTo>
                  <a:pt x="262794" y="7701"/>
                </a:moveTo>
                <a:lnTo>
                  <a:pt x="263079" y="7843"/>
                </a:lnTo>
                <a:lnTo>
                  <a:pt x="263221" y="7986"/>
                </a:lnTo>
                <a:lnTo>
                  <a:pt x="262651" y="7986"/>
                </a:lnTo>
                <a:lnTo>
                  <a:pt x="262509" y="7843"/>
                </a:lnTo>
                <a:lnTo>
                  <a:pt x="262794" y="7701"/>
                </a:lnTo>
                <a:close/>
                <a:moveTo>
                  <a:pt x="52759" y="7986"/>
                </a:moveTo>
                <a:lnTo>
                  <a:pt x="52759" y="8128"/>
                </a:lnTo>
                <a:lnTo>
                  <a:pt x="52616" y="7986"/>
                </a:lnTo>
                <a:close/>
                <a:moveTo>
                  <a:pt x="234276" y="7843"/>
                </a:moveTo>
                <a:lnTo>
                  <a:pt x="234418" y="7986"/>
                </a:lnTo>
                <a:lnTo>
                  <a:pt x="233848" y="7986"/>
                </a:lnTo>
                <a:lnTo>
                  <a:pt x="233991" y="8128"/>
                </a:lnTo>
                <a:lnTo>
                  <a:pt x="233848" y="8128"/>
                </a:lnTo>
                <a:lnTo>
                  <a:pt x="233848" y="7986"/>
                </a:lnTo>
                <a:lnTo>
                  <a:pt x="233563" y="7986"/>
                </a:lnTo>
                <a:lnTo>
                  <a:pt x="234133" y="7843"/>
                </a:lnTo>
                <a:close/>
                <a:moveTo>
                  <a:pt x="235131" y="7986"/>
                </a:moveTo>
                <a:lnTo>
                  <a:pt x="235702" y="8128"/>
                </a:lnTo>
                <a:lnTo>
                  <a:pt x="235416" y="8128"/>
                </a:lnTo>
                <a:lnTo>
                  <a:pt x="235131" y="7986"/>
                </a:lnTo>
                <a:close/>
                <a:moveTo>
                  <a:pt x="242689" y="7843"/>
                </a:moveTo>
                <a:lnTo>
                  <a:pt x="242831" y="7986"/>
                </a:lnTo>
                <a:lnTo>
                  <a:pt x="243116" y="7986"/>
                </a:lnTo>
                <a:lnTo>
                  <a:pt x="242689" y="8128"/>
                </a:lnTo>
                <a:lnTo>
                  <a:pt x="242261" y="7986"/>
                </a:lnTo>
                <a:lnTo>
                  <a:pt x="242689" y="7843"/>
                </a:lnTo>
                <a:close/>
                <a:moveTo>
                  <a:pt x="249533" y="7843"/>
                </a:moveTo>
                <a:lnTo>
                  <a:pt x="249675" y="7986"/>
                </a:lnTo>
                <a:lnTo>
                  <a:pt x="248962" y="8128"/>
                </a:lnTo>
                <a:lnTo>
                  <a:pt x="248535" y="8128"/>
                </a:lnTo>
                <a:lnTo>
                  <a:pt x="248677" y="7986"/>
                </a:lnTo>
                <a:lnTo>
                  <a:pt x="248820" y="7986"/>
                </a:lnTo>
                <a:lnTo>
                  <a:pt x="248250" y="7843"/>
                </a:lnTo>
                <a:close/>
                <a:moveTo>
                  <a:pt x="51761" y="8128"/>
                </a:moveTo>
                <a:lnTo>
                  <a:pt x="51048" y="8271"/>
                </a:lnTo>
                <a:lnTo>
                  <a:pt x="50763" y="8271"/>
                </a:lnTo>
                <a:lnTo>
                  <a:pt x="50905" y="8128"/>
                </a:lnTo>
                <a:close/>
                <a:moveTo>
                  <a:pt x="237270" y="6702"/>
                </a:moveTo>
                <a:lnTo>
                  <a:pt x="237840" y="6845"/>
                </a:lnTo>
                <a:lnTo>
                  <a:pt x="238126" y="6988"/>
                </a:lnTo>
                <a:lnTo>
                  <a:pt x="237840" y="6988"/>
                </a:lnTo>
                <a:lnTo>
                  <a:pt x="236129" y="7130"/>
                </a:lnTo>
                <a:lnTo>
                  <a:pt x="237270" y="7130"/>
                </a:lnTo>
                <a:lnTo>
                  <a:pt x="237698" y="7273"/>
                </a:lnTo>
                <a:lnTo>
                  <a:pt x="237698" y="7415"/>
                </a:lnTo>
                <a:lnTo>
                  <a:pt x="237555" y="7415"/>
                </a:lnTo>
                <a:lnTo>
                  <a:pt x="237270" y="7558"/>
                </a:lnTo>
                <a:lnTo>
                  <a:pt x="236842" y="7701"/>
                </a:lnTo>
                <a:lnTo>
                  <a:pt x="236842" y="7843"/>
                </a:lnTo>
                <a:lnTo>
                  <a:pt x="238268" y="7843"/>
                </a:lnTo>
                <a:lnTo>
                  <a:pt x="238411" y="7701"/>
                </a:lnTo>
                <a:lnTo>
                  <a:pt x="238553" y="7701"/>
                </a:lnTo>
                <a:lnTo>
                  <a:pt x="238268" y="7415"/>
                </a:lnTo>
                <a:lnTo>
                  <a:pt x="238839" y="7558"/>
                </a:lnTo>
                <a:lnTo>
                  <a:pt x="238696" y="7558"/>
                </a:lnTo>
                <a:lnTo>
                  <a:pt x="238981" y="7843"/>
                </a:lnTo>
                <a:lnTo>
                  <a:pt x="239266" y="7986"/>
                </a:lnTo>
                <a:lnTo>
                  <a:pt x="238553" y="7986"/>
                </a:lnTo>
                <a:lnTo>
                  <a:pt x="238981" y="8128"/>
                </a:lnTo>
                <a:lnTo>
                  <a:pt x="237698" y="8271"/>
                </a:lnTo>
                <a:lnTo>
                  <a:pt x="235987" y="8128"/>
                </a:lnTo>
                <a:lnTo>
                  <a:pt x="235702" y="8128"/>
                </a:lnTo>
                <a:lnTo>
                  <a:pt x="236129" y="7986"/>
                </a:lnTo>
                <a:lnTo>
                  <a:pt x="237270" y="7986"/>
                </a:lnTo>
                <a:lnTo>
                  <a:pt x="236129" y="7701"/>
                </a:lnTo>
                <a:lnTo>
                  <a:pt x="235987" y="7701"/>
                </a:lnTo>
                <a:lnTo>
                  <a:pt x="236842" y="7558"/>
                </a:lnTo>
                <a:lnTo>
                  <a:pt x="235844" y="7415"/>
                </a:lnTo>
                <a:lnTo>
                  <a:pt x="235416" y="7273"/>
                </a:lnTo>
                <a:lnTo>
                  <a:pt x="235416" y="7130"/>
                </a:lnTo>
                <a:lnTo>
                  <a:pt x="235559" y="6988"/>
                </a:lnTo>
                <a:lnTo>
                  <a:pt x="236557" y="6702"/>
                </a:lnTo>
                <a:close/>
                <a:moveTo>
                  <a:pt x="244257" y="8128"/>
                </a:moveTo>
                <a:lnTo>
                  <a:pt x="243972" y="8271"/>
                </a:lnTo>
                <a:lnTo>
                  <a:pt x="242974" y="8271"/>
                </a:lnTo>
                <a:lnTo>
                  <a:pt x="243116" y="8128"/>
                </a:lnTo>
                <a:close/>
                <a:moveTo>
                  <a:pt x="246253" y="8128"/>
                </a:moveTo>
                <a:lnTo>
                  <a:pt x="246396" y="8271"/>
                </a:lnTo>
                <a:lnTo>
                  <a:pt x="246111" y="8271"/>
                </a:lnTo>
                <a:lnTo>
                  <a:pt x="246253" y="8128"/>
                </a:lnTo>
                <a:close/>
                <a:moveTo>
                  <a:pt x="254809" y="7986"/>
                </a:moveTo>
                <a:lnTo>
                  <a:pt x="255094" y="8128"/>
                </a:lnTo>
                <a:lnTo>
                  <a:pt x="255522" y="8271"/>
                </a:lnTo>
                <a:lnTo>
                  <a:pt x="255094" y="8271"/>
                </a:lnTo>
                <a:lnTo>
                  <a:pt x="254523" y="8128"/>
                </a:lnTo>
                <a:lnTo>
                  <a:pt x="254809" y="7986"/>
                </a:lnTo>
                <a:close/>
                <a:moveTo>
                  <a:pt x="48624" y="8128"/>
                </a:moveTo>
                <a:lnTo>
                  <a:pt x="48909" y="8271"/>
                </a:lnTo>
                <a:lnTo>
                  <a:pt x="48766" y="8271"/>
                </a:lnTo>
                <a:lnTo>
                  <a:pt x="48196" y="8413"/>
                </a:lnTo>
                <a:lnTo>
                  <a:pt x="48481" y="8271"/>
                </a:lnTo>
                <a:lnTo>
                  <a:pt x="48339" y="8271"/>
                </a:lnTo>
                <a:lnTo>
                  <a:pt x="48178" y="8217"/>
                </a:lnTo>
                <a:lnTo>
                  <a:pt x="48178" y="8217"/>
                </a:lnTo>
                <a:lnTo>
                  <a:pt x="47911" y="8271"/>
                </a:lnTo>
                <a:lnTo>
                  <a:pt x="47911" y="8128"/>
                </a:lnTo>
                <a:lnTo>
                  <a:pt x="48178" y="8217"/>
                </a:lnTo>
                <a:lnTo>
                  <a:pt x="48178" y="8217"/>
                </a:lnTo>
                <a:lnTo>
                  <a:pt x="48624" y="8128"/>
                </a:lnTo>
                <a:close/>
                <a:moveTo>
                  <a:pt x="56609" y="8128"/>
                </a:moveTo>
                <a:lnTo>
                  <a:pt x="56751" y="8271"/>
                </a:lnTo>
                <a:lnTo>
                  <a:pt x="56324" y="8413"/>
                </a:lnTo>
                <a:lnTo>
                  <a:pt x="56181" y="8271"/>
                </a:lnTo>
                <a:lnTo>
                  <a:pt x="56324" y="8128"/>
                </a:lnTo>
                <a:close/>
                <a:moveTo>
                  <a:pt x="234276" y="8271"/>
                </a:moveTo>
                <a:lnTo>
                  <a:pt x="234418" y="8413"/>
                </a:lnTo>
                <a:lnTo>
                  <a:pt x="233705" y="8413"/>
                </a:lnTo>
                <a:lnTo>
                  <a:pt x="234276" y="8271"/>
                </a:lnTo>
                <a:close/>
                <a:moveTo>
                  <a:pt x="248820" y="8271"/>
                </a:moveTo>
                <a:lnTo>
                  <a:pt x="248392" y="8413"/>
                </a:lnTo>
                <a:lnTo>
                  <a:pt x="248392" y="8271"/>
                </a:lnTo>
                <a:close/>
                <a:moveTo>
                  <a:pt x="249533" y="8128"/>
                </a:moveTo>
                <a:lnTo>
                  <a:pt x="249675" y="8271"/>
                </a:lnTo>
                <a:lnTo>
                  <a:pt x="249818" y="8413"/>
                </a:lnTo>
                <a:lnTo>
                  <a:pt x="249105" y="8271"/>
                </a:lnTo>
                <a:lnTo>
                  <a:pt x="249533" y="8128"/>
                </a:lnTo>
                <a:close/>
                <a:moveTo>
                  <a:pt x="253098" y="8128"/>
                </a:moveTo>
                <a:lnTo>
                  <a:pt x="253383" y="8271"/>
                </a:lnTo>
                <a:lnTo>
                  <a:pt x="253953" y="8271"/>
                </a:lnTo>
                <a:lnTo>
                  <a:pt x="253668" y="8413"/>
                </a:lnTo>
                <a:lnTo>
                  <a:pt x="253525" y="8413"/>
                </a:lnTo>
                <a:lnTo>
                  <a:pt x="253383" y="8271"/>
                </a:lnTo>
                <a:lnTo>
                  <a:pt x="253098" y="8271"/>
                </a:lnTo>
                <a:lnTo>
                  <a:pt x="253098" y="8128"/>
                </a:lnTo>
                <a:close/>
                <a:moveTo>
                  <a:pt x="256092" y="8271"/>
                </a:moveTo>
                <a:lnTo>
                  <a:pt x="256092" y="8413"/>
                </a:lnTo>
                <a:lnTo>
                  <a:pt x="255664" y="8413"/>
                </a:lnTo>
                <a:lnTo>
                  <a:pt x="255949" y="8271"/>
                </a:lnTo>
                <a:close/>
                <a:moveTo>
                  <a:pt x="261796" y="8271"/>
                </a:moveTo>
                <a:lnTo>
                  <a:pt x="261796" y="8413"/>
                </a:lnTo>
                <a:lnTo>
                  <a:pt x="261225" y="8271"/>
                </a:lnTo>
                <a:close/>
                <a:moveTo>
                  <a:pt x="235416" y="8413"/>
                </a:moveTo>
                <a:lnTo>
                  <a:pt x="235559" y="8556"/>
                </a:lnTo>
                <a:lnTo>
                  <a:pt x="234703" y="8413"/>
                </a:lnTo>
                <a:close/>
                <a:moveTo>
                  <a:pt x="235844" y="8413"/>
                </a:moveTo>
                <a:lnTo>
                  <a:pt x="235844" y="8556"/>
                </a:lnTo>
                <a:lnTo>
                  <a:pt x="235702" y="8413"/>
                </a:lnTo>
                <a:close/>
                <a:moveTo>
                  <a:pt x="244827" y="8413"/>
                </a:moveTo>
                <a:lnTo>
                  <a:pt x="244970" y="8556"/>
                </a:lnTo>
                <a:lnTo>
                  <a:pt x="244685" y="8556"/>
                </a:lnTo>
                <a:lnTo>
                  <a:pt x="244328" y="8437"/>
                </a:lnTo>
                <a:lnTo>
                  <a:pt x="243972" y="8556"/>
                </a:lnTo>
                <a:lnTo>
                  <a:pt x="243829" y="8413"/>
                </a:lnTo>
                <a:lnTo>
                  <a:pt x="244257" y="8413"/>
                </a:lnTo>
                <a:lnTo>
                  <a:pt x="244328" y="8437"/>
                </a:lnTo>
                <a:lnTo>
                  <a:pt x="244400" y="8413"/>
                </a:lnTo>
                <a:close/>
                <a:moveTo>
                  <a:pt x="245398" y="8413"/>
                </a:moveTo>
                <a:lnTo>
                  <a:pt x="245398" y="8556"/>
                </a:lnTo>
                <a:lnTo>
                  <a:pt x="245255" y="8413"/>
                </a:lnTo>
                <a:close/>
                <a:moveTo>
                  <a:pt x="255522" y="8413"/>
                </a:moveTo>
                <a:lnTo>
                  <a:pt x="255236" y="8556"/>
                </a:lnTo>
                <a:lnTo>
                  <a:pt x="254809" y="8413"/>
                </a:lnTo>
                <a:close/>
                <a:moveTo>
                  <a:pt x="233135" y="8556"/>
                </a:moveTo>
                <a:lnTo>
                  <a:pt x="233278" y="8699"/>
                </a:lnTo>
                <a:lnTo>
                  <a:pt x="233278" y="8699"/>
                </a:lnTo>
                <a:lnTo>
                  <a:pt x="232707" y="8556"/>
                </a:lnTo>
                <a:close/>
                <a:moveTo>
                  <a:pt x="238981" y="8556"/>
                </a:moveTo>
                <a:lnTo>
                  <a:pt x="239124" y="8699"/>
                </a:lnTo>
                <a:lnTo>
                  <a:pt x="238411" y="8699"/>
                </a:lnTo>
                <a:lnTo>
                  <a:pt x="238696" y="8556"/>
                </a:lnTo>
                <a:close/>
                <a:moveTo>
                  <a:pt x="240835" y="8556"/>
                </a:moveTo>
                <a:lnTo>
                  <a:pt x="241120" y="8699"/>
                </a:lnTo>
                <a:lnTo>
                  <a:pt x="240835" y="8699"/>
                </a:lnTo>
                <a:lnTo>
                  <a:pt x="240835" y="8556"/>
                </a:lnTo>
                <a:close/>
                <a:moveTo>
                  <a:pt x="242261" y="8271"/>
                </a:moveTo>
                <a:lnTo>
                  <a:pt x="241548" y="8413"/>
                </a:lnTo>
                <a:lnTo>
                  <a:pt x="241405" y="8413"/>
                </a:lnTo>
                <a:lnTo>
                  <a:pt x="241690" y="8556"/>
                </a:lnTo>
                <a:lnTo>
                  <a:pt x="241833" y="8556"/>
                </a:lnTo>
                <a:lnTo>
                  <a:pt x="241833" y="8699"/>
                </a:lnTo>
                <a:lnTo>
                  <a:pt x="241405" y="8556"/>
                </a:lnTo>
                <a:lnTo>
                  <a:pt x="241690" y="8556"/>
                </a:lnTo>
                <a:lnTo>
                  <a:pt x="240835" y="8271"/>
                </a:lnTo>
                <a:close/>
                <a:moveTo>
                  <a:pt x="242831" y="8556"/>
                </a:moveTo>
                <a:lnTo>
                  <a:pt x="242831" y="8699"/>
                </a:lnTo>
                <a:lnTo>
                  <a:pt x="242689" y="8699"/>
                </a:lnTo>
                <a:lnTo>
                  <a:pt x="242546" y="8556"/>
                </a:lnTo>
                <a:close/>
                <a:moveTo>
                  <a:pt x="260512" y="8556"/>
                </a:moveTo>
                <a:lnTo>
                  <a:pt x="260797" y="8699"/>
                </a:lnTo>
                <a:lnTo>
                  <a:pt x="260512" y="8699"/>
                </a:lnTo>
                <a:lnTo>
                  <a:pt x="260512" y="8556"/>
                </a:lnTo>
                <a:close/>
                <a:moveTo>
                  <a:pt x="244970" y="8699"/>
                </a:moveTo>
                <a:lnTo>
                  <a:pt x="244922" y="8746"/>
                </a:lnTo>
                <a:lnTo>
                  <a:pt x="244922" y="8746"/>
                </a:lnTo>
                <a:lnTo>
                  <a:pt x="244685" y="8699"/>
                </a:lnTo>
                <a:close/>
                <a:moveTo>
                  <a:pt x="231424" y="8699"/>
                </a:moveTo>
                <a:lnTo>
                  <a:pt x="231424" y="8841"/>
                </a:lnTo>
                <a:lnTo>
                  <a:pt x="231281" y="8699"/>
                </a:lnTo>
                <a:close/>
                <a:moveTo>
                  <a:pt x="234133" y="8841"/>
                </a:moveTo>
                <a:lnTo>
                  <a:pt x="233705" y="8984"/>
                </a:lnTo>
                <a:lnTo>
                  <a:pt x="233705" y="8841"/>
                </a:lnTo>
                <a:close/>
                <a:moveTo>
                  <a:pt x="242689" y="8841"/>
                </a:moveTo>
                <a:lnTo>
                  <a:pt x="242403" y="8984"/>
                </a:lnTo>
                <a:lnTo>
                  <a:pt x="241976" y="8841"/>
                </a:lnTo>
                <a:close/>
                <a:moveTo>
                  <a:pt x="254238" y="8699"/>
                </a:moveTo>
                <a:lnTo>
                  <a:pt x="254523" y="8841"/>
                </a:lnTo>
                <a:lnTo>
                  <a:pt x="254381" y="8841"/>
                </a:lnTo>
                <a:lnTo>
                  <a:pt x="254523" y="8984"/>
                </a:lnTo>
                <a:lnTo>
                  <a:pt x="254096" y="8984"/>
                </a:lnTo>
                <a:lnTo>
                  <a:pt x="254381" y="8841"/>
                </a:lnTo>
                <a:lnTo>
                  <a:pt x="254238" y="8841"/>
                </a:lnTo>
                <a:lnTo>
                  <a:pt x="254238" y="8699"/>
                </a:lnTo>
                <a:close/>
                <a:moveTo>
                  <a:pt x="52759" y="8841"/>
                </a:moveTo>
                <a:lnTo>
                  <a:pt x="53187" y="8984"/>
                </a:lnTo>
                <a:lnTo>
                  <a:pt x="52189" y="9126"/>
                </a:lnTo>
                <a:lnTo>
                  <a:pt x="52189" y="9126"/>
                </a:lnTo>
                <a:lnTo>
                  <a:pt x="52474" y="8841"/>
                </a:lnTo>
                <a:close/>
                <a:moveTo>
                  <a:pt x="236129" y="8699"/>
                </a:moveTo>
                <a:lnTo>
                  <a:pt x="235987" y="8841"/>
                </a:lnTo>
                <a:lnTo>
                  <a:pt x="236415" y="8841"/>
                </a:lnTo>
                <a:lnTo>
                  <a:pt x="236272" y="9126"/>
                </a:lnTo>
                <a:lnTo>
                  <a:pt x="235702" y="8984"/>
                </a:lnTo>
                <a:lnTo>
                  <a:pt x="235274" y="8841"/>
                </a:lnTo>
                <a:lnTo>
                  <a:pt x="235416" y="8841"/>
                </a:lnTo>
                <a:lnTo>
                  <a:pt x="236129" y="8699"/>
                </a:lnTo>
                <a:close/>
                <a:moveTo>
                  <a:pt x="243259" y="8984"/>
                </a:moveTo>
                <a:lnTo>
                  <a:pt x="243829" y="9126"/>
                </a:lnTo>
                <a:lnTo>
                  <a:pt x="242546" y="9126"/>
                </a:lnTo>
                <a:lnTo>
                  <a:pt x="243259" y="8984"/>
                </a:lnTo>
                <a:close/>
                <a:moveTo>
                  <a:pt x="246253" y="8413"/>
                </a:moveTo>
                <a:lnTo>
                  <a:pt x="246253" y="8699"/>
                </a:lnTo>
                <a:lnTo>
                  <a:pt x="246111" y="8699"/>
                </a:lnTo>
                <a:lnTo>
                  <a:pt x="246824" y="8841"/>
                </a:lnTo>
                <a:lnTo>
                  <a:pt x="247109" y="8841"/>
                </a:lnTo>
                <a:lnTo>
                  <a:pt x="246966" y="8984"/>
                </a:lnTo>
                <a:lnTo>
                  <a:pt x="247109" y="9126"/>
                </a:lnTo>
                <a:lnTo>
                  <a:pt x="246824" y="9126"/>
                </a:lnTo>
                <a:lnTo>
                  <a:pt x="246111" y="8984"/>
                </a:lnTo>
                <a:lnTo>
                  <a:pt x="245826" y="8841"/>
                </a:lnTo>
                <a:lnTo>
                  <a:pt x="246111" y="8699"/>
                </a:lnTo>
                <a:lnTo>
                  <a:pt x="245968" y="8556"/>
                </a:lnTo>
                <a:lnTo>
                  <a:pt x="245968" y="8413"/>
                </a:lnTo>
                <a:close/>
                <a:moveTo>
                  <a:pt x="247964" y="8699"/>
                </a:moveTo>
                <a:lnTo>
                  <a:pt x="247964" y="8841"/>
                </a:lnTo>
                <a:lnTo>
                  <a:pt x="248107" y="8841"/>
                </a:lnTo>
                <a:lnTo>
                  <a:pt x="248392" y="8984"/>
                </a:lnTo>
                <a:lnTo>
                  <a:pt x="247964" y="8984"/>
                </a:lnTo>
                <a:lnTo>
                  <a:pt x="247964" y="9126"/>
                </a:lnTo>
                <a:lnTo>
                  <a:pt x="247679" y="9126"/>
                </a:lnTo>
                <a:lnTo>
                  <a:pt x="247679" y="8984"/>
                </a:lnTo>
                <a:lnTo>
                  <a:pt x="247822" y="8841"/>
                </a:lnTo>
                <a:lnTo>
                  <a:pt x="247679" y="8699"/>
                </a:lnTo>
                <a:close/>
                <a:moveTo>
                  <a:pt x="50335" y="9126"/>
                </a:moveTo>
                <a:lnTo>
                  <a:pt x="50620" y="9269"/>
                </a:lnTo>
                <a:lnTo>
                  <a:pt x="50192" y="9126"/>
                </a:lnTo>
                <a:close/>
                <a:moveTo>
                  <a:pt x="238696" y="8841"/>
                </a:moveTo>
                <a:lnTo>
                  <a:pt x="238411" y="8984"/>
                </a:lnTo>
                <a:lnTo>
                  <a:pt x="238696" y="8984"/>
                </a:lnTo>
                <a:lnTo>
                  <a:pt x="239124" y="9126"/>
                </a:lnTo>
                <a:lnTo>
                  <a:pt x="239552" y="9269"/>
                </a:lnTo>
                <a:lnTo>
                  <a:pt x="238553" y="9126"/>
                </a:lnTo>
                <a:lnTo>
                  <a:pt x="237555" y="9126"/>
                </a:lnTo>
                <a:lnTo>
                  <a:pt x="237698" y="8984"/>
                </a:lnTo>
                <a:lnTo>
                  <a:pt x="237616" y="8963"/>
                </a:lnTo>
                <a:lnTo>
                  <a:pt x="237616" y="8963"/>
                </a:lnTo>
                <a:lnTo>
                  <a:pt x="237983" y="8841"/>
                </a:lnTo>
                <a:close/>
                <a:moveTo>
                  <a:pt x="249961" y="8413"/>
                </a:moveTo>
                <a:lnTo>
                  <a:pt x="250246" y="8556"/>
                </a:lnTo>
                <a:lnTo>
                  <a:pt x="250388" y="8699"/>
                </a:lnTo>
                <a:lnTo>
                  <a:pt x="250246" y="8984"/>
                </a:lnTo>
                <a:lnTo>
                  <a:pt x="250103" y="9126"/>
                </a:lnTo>
                <a:lnTo>
                  <a:pt x="249818" y="9269"/>
                </a:lnTo>
                <a:lnTo>
                  <a:pt x="249390" y="9269"/>
                </a:lnTo>
                <a:lnTo>
                  <a:pt x="248820" y="8984"/>
                </a:lnTo>
                <a:lnTo>
                  <a:pt x="249248" y="8984"/>
                </a:lnTo>
                <a:lnTo>
                  <a:pt x="249105" y="8841"/>
                </a:lnTo>
                <a:lnTo>
                  <a:pt x="248677" y="8699"/>
                </a:lnTo>
                <a:lnTo>
                  <a:pt x="248535" y="8699"/>
                </a:lnTo>
                <a:lnTo>
                  <a:pt x="248677" y="8556"/>
                </a:lnTo>
                <a:lnTo>
                  <a:pt x="249675" y="8556"/>
                </a:lnTo>
                <a:lnTo>
                  <a:pt x="249961" y="8413"/>
                </a:lnTo>
                <a:close/>
                <a:moveTo>
                  <a:pt x="253525" y="8841"/>
                </a:moveTo>
                <a:lnTo>
                  <a:pt x="253098" y="8984"/>
                </a:lnTo>
                <a:lnTo>
                  <a:pt x="253240" y="8984"/>
                </a:lnTo>
                <a:lnTo>
                  <a:pt x="253525" y="9126"/>
                </a:lnTo>
                <a:lnTo>
                  <a:pt x="253240" y="9126"/>
                </a:lnTo>
                <a:lnTo>
                  <a:pt x="253383" y="9269"/>
                </a:lnTo>
                <a:lnTo>
                  <a:pt x="252812" y="9269"/>
                </a:lnTo>
                <a:lnTo>
                  <a:pt x="253240" y="9126"/>
                </a:lnTo>
                <a:lnTo>
                  <a:pt x="252955" y="9126"/>
                </a:lnTo>
                <a:lnTo>
                  <a:pt x="252527" y="8984"/>
                </a:lnTo>
                <a:lnTo>
                  <a:pt x="252955" y="8984"/>
                </a:lnTo>
                <a:lnTo>
                  <a:pt x="252812" y="8841"/>
                </a:lnTo>
                <a:close/>
                <a:moveTo>
                  <a:pt x="49764" y="9269"/>
                </a:moveTo>
                <a:lnTo>
                  <a:pt x="49764" y="9412"/>
                </a:lnTo>
                <a:lnTo>
                  <a:pt x="49479" y="9412"/>
                </a:lnTo>
                <a:lnTo>
                  <a:pt x="49764" y="9269"/>
                </a:lnTo>
                <a:close/>
                <a:moveTo>
                  <a:pt x="51048" y="9269"/>
                </a:moveTo>
                <a:lnTo>
                  <a:pt x="51190" y="9412"/>
                </a:lnTo>
                <a:lnTo>
                  <a:pt x="50763" y="9412"/>
                </a:lnTo>
                <a:lnTo>
                  <a:pt x="50905" y="9269"/>
                </a:lnTo>
                <a:close/>
                <a:moveTo>
                  <a:pt x="238981" y="9269"/>
                </a:moveTo>
                <a:lnTo>
                  <a:pt x="238981" y="9412"/>
                </a:lnTo>
                <a:lnTo>
                  <a:pt x="238553" y="9412"/>
                </a:lnTo>
                <a:lnTo>
                  <a:pt x="238839" y="9269"/>
                </a:lnTo>
                <a:close/>
                <a:moveTo>
                  <a:pt x="243259" y="9269"/>
                </a:moveTo>
                <a:lnTo>
                  <a:pt x="243401" y="9412"/>
                </a:lnTo>
                <a:lnTo>
                  <a:pt x="243259" y="9412"/>
                </a:lnTo>
                <a:lnTo>
                  <a:pt x="242974" y="9269"/>
                </a:lnTo>
                <a:close/>
                <a:moveTo>
                  <a:pt x="248677" y="9269"/>
                </a:moveTo>
                <a:lnTo>
                  <a:pt x="248677" y="9412"/>
                </a:lnTo>
                <a:lnTo>
                  <a:pt x="248535" y="9412"/>
                </a:lnTo>
                <a:lnTo>
                  <a:pt x="248392" y="9269"/>
                </a:lnTo>
                <a:close/>
                <a:moveTo>
                  <a:pt x="252527" y="9269"/>
                </a:moveTo>
                <a:lnTo>
                  <a:pt x="252242" y="9412"/>
                </a:lnTo>
                <a:lnTo>
                  <a:pt x="252099" y="9412"/>
                </a:lnTo>
                <a:lnTo>
                  <a:pt x="252099" y="9269"/>
                </a:lnTo>
                <a:close/>
                <a:moveTo>
                  <a:pt x="39783" y="9412"/>
                </a:moveTo>
                <a:lnTo>
                  <a:pt x="38785" y="9554"/>
                </a:lnTo>
                <a:lnTo>
                  <a:pt x="38785" y="9554"/>
                </a:lnTo>
                <a:lnTo>
                  <a:pt x="39070" y="9412"/>
                </a:lnTo>
                <a:close/>
                <a:moveTo>
                  <a:pt x="48481" y="9126"/>
                </a:moveTo>
                <a:lnTo>
                  <a:pt x="48766" y="9269"/>
                </a:lnTo>
                <a:lnTo>
                  <a:pt x="48339" y="9412"/>
                </a:lnTo>
                <a:lnTo>
                  <a:pt x="48481" y="9554"/>
                </a:lnTo>
                <a:lnTo>
                  <a:pt x="48053" y="9554"/>
                </a:lnTo>
                <a:lnTo>
                  <a:pt x="47911" y="9412"/>
                </a:lnTo>
                <a:lnTo>
                  <a:pt x="48053" y="9269"/>
                </a:lnTo>
                <a:lnTo>
                  <a:pt x="48481" y="9126"/>
                </a:lnTo>
                <a:close/>
                <a:moveTo>
                  <a:pt x="247537" y="9412"/>
                </a:moveTo>
                <a:lnTo>
                  <a:pt x="247251" y="9554"/>
                </a:lnTo>
                <a:lnTo>
                  <a:pt x="247109" y="9412"/>
                </a:lnTo>
                <a:close/>
                <a:moveTo>
                  <a:pt x="248392" y="9412"/>
                </a:moveTo>
                <a:lnTo>
                  <a:pt x="248535" y="9554"/>
                </a:lnTo>
                <a:lnTo>
                  <a:pt x="248107" y="9554"/>
                </a:lnTo>
                <a:lnTo>
                  <a:pt x="247822" y="9412"/>
                </a:lnTo>
                <a:close/>
                <a:moveTo>
                  <a:pt x="27520" y="9554"/>
                </a:moveTo>
                <a:lnTo>
                  <a:pt x="27235" y="9697"/>
                </a:lnTo>
                <a:lnTo>
                  <a:pt x="27235" y="9554"/>
                </a:lnTo>
                <a:close/>
                <a:moveTo>
                  <a:pt x="29945" y="9554"/>
                </a:moveTo>
                <a:lnTo>
                  <a:pt x="29089" y="9697"/>
                </a:lnTo>
                <a:lnTo>
                  <a:pt x="29517" y="9554"/>
                </a:lnTo>
                <a:close/>
                <a:moveTo>
                  <a:pt x="39926" y="9412"/>
                </a:moveTo>
                <a:lnTo>
                  <a:pt x="40068" y="9554"/>
                </a:lnTo>
                <a:lnTo>
                  <a:pt x="39213" y="9697"/>
                </a:lnTo>
                <a:lnTo>
                  <a:pt x="39783" y="9412"/>
                </a:lnTo>
                <a:close/>
                <a:moveTo>
                  <a:pt x="42350" y="9554"/>
                </a:moveTo>
                <a:lnTo>
                  <a:pt x="41637" y="9697"/>
                </a:lnTo>
                <a:lnTo>
                  <a:pt x="41779" y="9554"/>
                </a:lnTo>
                <a:close/>
                <a:moveTo>
                  <a:pt x="250246" y="9554"/>
                </a:moveTo>
                <a:lnTo>
                  <a:pt x="250246" y="9697"/>
                </a:lnTo>
                <a:lnTo>
                  <a:pt x="249533" y="9697"/>
                </a:lnTo>
                <a:lnTo>
                  <a:pt x="248677" y="9554"/>
                </a:lnTo>
                <a:close/>
                <a:moveTo>
                  <a:pt x="253953" y="9554"/>
                </a:moveTo>
                <a:lnTo>
                  <a:pt x="253668" y="9697"/>
                </a:lnTo>
                <a:lnTo>
                  <a:pt x="253525" y="9697"/>
                </a:lnTo>
                <a:lnTo>
                  <a:pt x="253383" y="9554"/>
                </a:lnTo>
                <a:close/>
                <a:moveTo>
                  <a:pt x="255522" y="8984"/>
                </a:moveTo>
                <a:lnTo>
                  <a:pt x="256948" y="9126"/>
                </a:lnTo>
                <a:lnTo>
                  <a:pt x="256662" y="9269"/>
                </a:lnTo>
                <a:lnTo>
                  <a:pt x="255379" y="9269"/>
                </a:lnTo>
                <a:lnTo>
                  <a:pt x="256377" y="9554"/>
                </a:lnTo>
                <a:lnTo>
                  <a:pt x="255379" y="9697"/>
                </a:lnTo>
                <a:lnTo>
                  <a:pt x="254523" y="9697"/>
                </a:lnTo>
                <a:lnTo>
                  <a:pt x="254096" y="9554"/>
                </a:lnTo>
                <a:lnTo>
                  <a:pt x="253811" y="9412"/>
                </a:lnTo>
                <a:lnTo>
                  <a:pt x="253953" y="9269"/>
                </a:lnTo>
                <a:lnTo>
                  <a:pt x="254523" y="9126"/>
                </a:lnTo>
                <a:lnTo>
                  <a:pt x="255522" y="8984"/>
                </a:lnTo>
                <a:close/>
                <a:moveTo>
                  <a:pt x="49479" y="9554"/>
                </a:moveTo>
                <a:lnTo>
                  <a:pt x="49622" y="9697"/>
                </a:lnTo>
                <a:lnTo>
                  <a:pt x="49052" y="9839"/>
                </a:lnTo>
                <a:lnTo>
                  <a:pt x="49052" y="9839"/>
                </a:lnTo>
                <a:lnTo>
                  <a:pt x="49337" y="9697"/>
                </a:lnTo>
                <a:lnTo>
                  <a:pt x="49479" y="9554"/>
                </a:lnTo>
                <a:close/>
                <a:moveTo>
                  <a:pt x="29802" y="9697"/>
                </a:moveTo>
                <a:lnTo>
                  <a:pt x="29659" y="9839"/>
                </a:lnTo>
                <a:lnTo>
                  <a:pt x="29089" y="9839"/>
                </a:lnTo>
                <a:lnTo>
                  <a:pt x="29659" y="9697"/>
                </a:lnTo>
                <a:close/>
                <a:moveTo>
                  <a:pt x="30515" y="9697"/>
                </a:moveTo>
                <a:lnTo>
                  <a:pt x="30657" y="9839"/>
                </a:lnTo>
                <a:lnTo>
                  <a:pt x="30230" y="9839"/>
                </a:lnTo>
                <a:lnTo>
                  <a:pt x="30230" y="9697"/>
                </a:lnTo>
                <a:close/>
                <a:moveTo>
                  <a:pt x="37359" y="9697"/>
                </a:moveTo>
                <a:lnTo>
                  <a:pt x="37502" y="9839"/>
                </a:lnTo>
                <a:lnTo>
                  <a:pt x="36931" y="9839"/>
                </a:lnTo>
                <a:lnTo>
                  <a:pt x="37359" y="9697"/>
                </a:lnTo>
                <a:close/>
                <a:moveTo>
                  <a:pt x="41209" y="9554"/>
                </a:moveTo>
                <a:lnTo>
                  <a:pt x="41209" y="9697"/>
                </a:lnTo>
                <a:lnTo>
                  <a:pt x="41067" y="9697"/>
                </a:lnTo>
                <a:lnTo>
                  <a:pt x="40639" y="9839"/>
                </a:lnTo>
                <a:lnTo>
                  <a:pt x="40781" y="9697"/>
                </a:lnTo>
                <a:lnTo>
                  <a:pt x="41067" y="9697"/>
                </a:lnTo>
                <a:lnTo>
                  <a:pt x="41209" y="9554"/>
                </a:lnTo>
                <a:close/>
                <a:moveTo>
                  <a:pt x="42350" y="9697"/>
                </a:moveTo>
                <a:lnTo>
                  <a:pt x="42065" y="9839"/>
                </a:lnTo>
                <a:lnTo>
                  <a:pt x="41494" y="9839"/>
                </a:lnTo>
                <a:lnTo>
                  <a:pt x="41779" y="9697"/>
                </a:lnTo>
                <a:close/>
                <a:moveTo>
                  <a:pt x="47198" y="9697"/>
                </a:moveTo>
                <a:lnTo>
                  <a:pt x="46485" y="9839"/>
                </a:lnTo>
                <a:lnTo>
                  <a:pt x="44203" y="9839"/>
                </a:lnTo>
                <a:lnTo>
                  <a:pt x="45772" y="9697"/>
                </a:lnTo>
                <a:close/>
                <a:moveTo>
                  <a:pt x="246253" y="9269"/>
                </a:moveTo>
                <a:lnTo>
                  <a:pt x="246966" y="9412"/>
                </a:lnTo>
                <a:lnTo>
                  <a:pt x="246538" y="9412"/>
                </a:lnTo>
                <a:lnTo>
                  <a:pt x="246396" y="9554"/>
                </a:lnTo>
                <a:lnTo>
                  <a:pt x="246253" y="9697"/>
                </a:lnTo>
                <a:lnTo>
                  <a:pt x="246111" y="9839"/>
                </a:lnTo>
                <a:lnTo>
                  <a:pt x="245540" y="9697"/>
                </a:lnTo>
                <a:lnTo>
                  <a:pt x="246111" y="9412"/>
                </a:lnTo>
                <a:lnTo>
                  <a:pt x="245398" y="9412"/>
                </a:lnTo>
                <a:lnTo>
                  <a:pt x="245683" y="9269"/>
                </a:lnTo>
                <a:close/>
                <a:moveTo>
                  <a:pt x="246824" y="9697"/>
                </a:moveTo>
                <a:lnTo>
                  <a:pt x="246824" y="9839"/>
                </a:lnTo>
                <a:lnTo>
                  <a:pt x="246681" y="9697"/>
                </a:lnTo>
                <a:close/>
                <a:moveTo>
                  <a:pt x="256377" y="9697"/>
                </a:moveTo>
                <a:lnTo>
                  <a:pt x="256948" y="9839"/>
                </a:lnTo>
                <a:lnTo>
                  <a:pt x="256520" y="9839"/>
                </a:lnTo>
                <a:lnTo>
                  <a:pt x="256377" y="9697"/>
                </a:lnTo>
                <a:close/>
                <a:moveTo>
                  <a:pt x="262413" y="9792"/>
                </a:moveTo>
                <a:lnTo>
                  <a:pt x="262287" y="9823"/>
                </a:lnTo>
                <a:lnTo>
                  <a:pt x="262287" y="9823"/>
                </a:lnTo>
                <a:lnTo>
                  <a:pt x="262366" y="9839"/>
                </a:lnTo>
                <a:lnTo>
                  <a:pt x="262413" y="9792"/>
                </a:lnTo>
                <a:close/>
                <a:moveTo>
                  <a:pt x="247964" y="9839"/>
                </a:moveTo>
                <a:lnTo>
                  <a:pt x="248107" y="9982"/>
                </a:lnTo>
                <a:lnTo>
                  <a:pt x="247109" y="9982"/>
                </a:lnTo>
                <a:lnTo>
                  <a:pt x="247964" y="9839"/>
                </a:lnTo>
                <a:close/>
                <a:moveTo>
                  <a:pt x="250959" y="9554"/>
                </a:moveTo>
                <a:lnTo>
                  <a:pt x="251387" y="9697"/>
                </a:lnTo>
                <a:lnTo>
                  <a:pt x="251529" y="9697"/>
                </a:lnTo>
                <a:lnTo>
                  <a:pt x="251244" y="9839"/>
                </a:lnTo>
                <a:lnTo>
                  <a:pt x="251387" y="9982"/>
                </a:lnTo>
                <a:lnTo>
                  <a:pt x="251101" y="9982"/>
                </a:lnTo>
                <a:lnTo>
                  <a:pt x="251244" y="9839"/>
                </a:lnTo>
                <a:lnTo>
                  <a:pt x="250674" y="9697"/>
                </a:lnTo>
                <a:lnTo>
                  <a:pt x="250959" y="9554"/>
                </a:lnTo>
                <a:close/>
                <a:moveTo>
                  <a:pt x="246538" y="9982"/>
                </a:moveTo>
                <a:lnTo>
                  <a:pt x="246610" y="10053"/>
                </a:lnTo>
                <a:lnTo>
                  <a:pt x="246396" y="9982"/>
                </a:lnTo>
                <a:close/>
                <a:moveTo>
                  <a:pt x="47768" y="9839"/>
                </a:moveTo>
                <a:lnTo>
                  <a:pt x="47340" y="9982"/>
                </a:lnTo>
                <a:lnTo>
                  <a:pt x="46342" y="10125"/>
                </a:lnTo>
                <a:lnTo>
                  <a:pt x="46200" y="10125"/>
                </a:lnTo>
                <a:lnTo>
                  <a:pt x="46628" y="9982"/>
                </a:lnTo>
                <a:lnTo>
                  <a:pt x="46628" y="9839"/>
                </a:lnTo>
                <a:close/>
                <a:moveTo>
                  <a:pt x="250246" y="9839"/>
                </a:moveTo>
                <a:lnTo>
                  <a:pt x="250674" y="9982"/>
                </a:lnTo>
                <a:lnTo>
                  <a:pt x="250388" y="9982"/>
                </a:lnTo>
                <a:lnTo>
                  <a:pt x="250103" y="10125"/>
                </a:lnTo>
                <a:lnTo>
                  <a:pt x="249961" y="10125"/>
                </a:lnTo>
                <a:lnTo>
                  <a:pt x="249675" y="9982"/>
                </a:lnTo>
                <a:lnTo>
                  <a:pt x="249818" y="9982"/>
                </a:lnTo>
                <a:lnTo>
                  <a:pt x="250246" y="9839"/>
                </a:lnTo>
                <a:close/>
                <a:moveTo>
                  <a:pt x="255236" y="9839"/>
                </a:moveTo>
                <a:lnTo>
                  <a:pt x="255522" y="9982"/>
                </a:lnTo>
                <a:lnTo>
                  <a:pt x="255522" y="10125"/>
                </a:lnTo>
                <a:lnTo>
                  <a:pt x="254951" y="9982"/>
                </a:lnTo>
                <a:lnTo>
                  <a:pt x="254666" y="9839"/>
                </a:lnTo>
                <a:close/>
                <a:moveTo>
                  <a:pt x="40781" y="10125"/>
                </a:moveTo>
                <a:lnTo>
                  <a:pt x="40781" y="10267"/>
                </a:lnTo>
                <a:lnTo>
                  <a:pt x="40496" y="10267"/>
                </a:lnTo>
                <a:lnTo>
                  <a:pt x="40781" y="10125"/>
                </a:lnTo>
                <a:close/>
                <a:moveTo>
                  <a:pt x="246111" y="10125"/>
                </a:moveTo>
                <a:lnTo>
                  <a:pt x="246111" y="10267"/>
                </a:lnTo>
                <a:lnTo>
                  <a:pt x="245540" y="10267"/>
                </a:lnTo>
                <a:lnTo>
                  <a:pt x="245826" y="10125"/>
                </a:lnTo>
                <a:close/>
                <a:moveTo>
                  <a:pt x="246253" y="10125"/>
                </a:moveTo>
                <a:lnTo>
                  <a:pt x="246538" y="10267"/>
                </a:lnTo>
                <a:lnTo>
                  <a:pt x="246396" y="10267"/>
                </a:lnTo>
                <a:lnTo>
                  <a:pt x="246253" y="10125"/>
                </a:lnTo>
                <a:close/>
                <a:moveTo>
                  <a:pt x="248107" y="10125"/>
                </a:moveTo>
                <a:lnTo>
                  <a:pt x="248677" y="10267"/>
                </a:lnTo>
                <a:lnTo>
                  <a:pt x="248107" y="10267"/>
                </a:lnTo>
                <a:lnTo>
                  <a:pt x="247537" y="10125"/>
                </a:lnTo>
                <a:close/>
                <a:moveTo>
                  <a:pt x="249105" y="10125"/>
                </a:moveTo>
                <a:lnTo>
                  <a:pt x="249105" y="10267"/>
                </a:lnTo>
                <a:lnTo>
                  <a:pt x="248962" y="10125"/>
                </a:lnTo>
                <a:close/>
                <a:moveTo>
                  <a:pt x="254666" y="10125"/>
                </a:moveTo>
                <a:lnTo>
                  <a:pt x="255236" y="10267"/>
                </a:lnTo>
                <a:lnTo>
                  <a:pt x="254951" y="10267"/>
                </a:lnTo>
                <a:lnTo>
                  <a:pt x="254666" y="10125"/>
                </a:lnTo>
                <a:close/>
                <a:moveTo>
                  <a:pt x="258659" y="10125"/>
                </a:moveTo>
                <a:lnTo>
                  <a:pt x="258801" y="10267"/>
                </a:lnTo>
                <a:lnTo>
                  <a:pt x="258659" y="10267"/>
                </a:lnTo>
                <a:lnTo>
                  <a:pt x="258659" y="10125"/>
                </a:lnTo>
                <a:close/>
                <a:moveTo>
                  <a:pt x="38785" y="10125"/>
                </a:moveTo>
                <a:lnTo>
                  <a:pt x="38357" y="10267"/>
                </a:lnTo>
                <a:lnTo>
                  <a:pt x="37787" y="10410"/>
                </a:lnTo>
                <a:lnTo>
                  <a:pt x="37644" y="10410"/>
                </a:lnTo>
                <a:lnTo>
                  <a:pt x="37930" y="10267"/>
                </a:lnTo>
                <a:lnTo>
                  <a:pt x="37644" y="10267"/>
                </a:lnTo>
                <a:lnTo>
                  <a:pt x="38357" y="10125"/>
                </a:lnTo>
                <a:close/>
                <a:moveTo>
                  <a:pt x="250388" y="10267"/>
                </a:moveTo>
                <a:lnTo>
                  <a:pt x="250388" y="10410"/>
                </a:lnTo>
                <a:lnTo>
                  <a:pt x="249675" y="10267"/>
                </a:lnTo>
                <a:close/>
                <a:moveTo>
                  <a:pt x="27913" y="10499"/>
                </a:moveTo>
                <a:lnTo>
                  <a:pt x="27767" y="10513"/>
                </a:lnTo>
                <a:lnTo>
                  <a:pt x="27767" y="10513"/>
                </a:lnTo>
                <a:lnTo>
                  <a:pt x="27800" y="10547"/>
                </a:lnTo>
                <a:lnTo>
                  <a:pt x="27800" y="10547"/>
                </a:lnTo>
                <a:lnTo>
                  <a:pt x="27823" y="10543"/>
                </a:lnTo>
                <a:lnTo>
                  <a:pt x="27823" y="10543"/>
                </a:lnTo>
                <a:lnTo>
                  <a:pt x="27913" y="10499"/>
                </a:lnTo>
                <a:close/>
                <a:moveTo>
                  <a:pt x="26665" y="10410"/>
                </a:moveTo>
                <a:lnTo>
                  <a:pt x="26522" y="10552"/>
                </a:lnTo>
                <a:lnTo>
                  <a:pt x="27378" y="10552"/>
                </a:lnTo>
                <a:lnTo>
                  <a:pt x="27767" y="10513"/>
                </a:lnTo>
                <a:lnTo>
                  <a:pt x="27767" y="10513"/>
                </a:lnTo>
                <a:lnTo>
                  <a:pt x="27663" y="10410"/>
                </a:lnTo>
                <a:close/>
                <a:moveTo>
                  <a:pt x="251814" y="9982"/>
                </a:moveTo>
                <a:lnTo>
                  <a:pt x="251957" y="10125"/>
                </a:lnTo>
                <a:lnTo>
                  <a:pt x="251957" y="10267"/>
                </a:lnTo>
                <a:lnTo>
                  <a:pt x="251957" y="10410"/>
                </a:lnTo>
                <a:lnTo>
                  <a:pt x="251814" y="10410"/>
                </a:lnTo>
                <a:lnTo>
                  <a:pt x="251957" y="10552"/>
                </a:lnTo>
                <a:lnTo>
                  <a:pt x="251672" y="10552"/>
                </a:lnTo>
                <a:lnTo>
                  <a:pt x="251814" y="10410"/>
                </a:lnTo>
                <a:lnTo>
                  <a:pt x="251387" y="10410"/>
                </a:lnTo>
                <a:lnTo>
                  <a:pt x="251814" y="10125"/>
                </a:lnTo>
                <a:lnTo>
                  <a:pt x="251387" y="10125"/>
                </a:lnTo>
                <a:lnTo>
                  <a:pt x="251814" y="9982"/>
                </a:lnTo>
                <a:close/>
                <a:moveTo>
                  <a:pt x="255807" y="10410"/>
                </a:moveTo>
                <a:lnTo>
                  <a:pt x="255807" y="10552"/>
                </a:lnTo>
                <a:lnTo>
                  <a:pt x="255522" y="10552"/>
                </a:lnTo>
                <a:lnTo>
                  <a:pt x="255522" y="10410"/>
                </a:lnTo>
                <a:close/>
                <a:moveTo>
                  <a:pt x="258373" y="10410"/>
                </a:moveTo>
                <a:lnTo>
                  <a:pt x="258088" y="10552"/>
                </a:lnTo>
                <a:lnTo>
                  <a:pt x="257946" y="10410"/>
                </a:lnTo>
                <a:close/>
                <a:moveTo>
                  <a:pt x="30943" y="10552"/>
                </a:moveTo>
                <a:lnTo>
                  <a:pt x="30800" y="10695"/>
                </a:lnTo>
                <a:lnTo>
                  <a:pt x="30657" y="10552"/>
                </a:lnTo>
                <a:close/>
                <a:moveTo>
                  <a:pt x="37217" y="10552"/>
                </a:moveTo>
                <a:lnTo>
                  <a:pt x="36646" y="10695"/>
                </a:lnTo>
                <a:lnTo>
                  <a:pt x="36361" y="10695"/>
                </a:lnTo>
                <a:lnTo>
                  <a:pt x="37217" y="10552"/>
                </a:lnTo>
                <a:close/>
                <a:moveTo>
                  <a:pt x="32796" y="10552"/>
                </a:moveTo>
                <a:lnTo>
                  <a:pt x="32939" y="10695"/>
                </a:lnTo>
                <a:lnTo>
                  <a:pt x="32654" y="10695"/>
                </a:lnTo>
                <a:lnTo>
                  <a:pt x="31941" y="10837"/>
                </a:lnTo>
                <a:lnTo>
                  <a:pt x="32083" y="10695"/>
                </a:lnTo>
                <a:lnTo>
                  <a:pt x="32796" y="10552"/>
                </a:lnTo>
                <a:close/>
                <a:moveTo>
                  <a:pt x="260084" y="10695"/>
                </a:moveTo>
                <a:lnTo>
                  <a:pt x="260655" y="10837"/>
                </a:lnTo>
                <a:lnTo>
                  <a:pt x="260084" y="10837"/>
                </a:lnTo>
                <a:lnTo>
                  <a:pt x="259657" y="10695"/>
                </a:lnTo>
                <a:close/>
                <a:moveTo>
                  <a:pt x="250602" y="10837"/>
                </a:moveTo>
                <a:lnTo>
                  <a:pt x="250642" y="10853"/>
                </a:lnTo>
                <a:lnTo>
                  <a:pt x="250642" y="10853"/>
                </a:lnTo>
                <a:lnTo>
                  <a:pt x="250674" y="10837"/>
                </a:lnTo>
                <a:close/>
                <a:moveTo>
                  <a:pt x="36789" y="10837"/>
                </a:moveTo>
                <a:lnTo>
                  <a:pt x="36931" y="10980"/>
                </a:lnTo>
                <a:lnTo>
                  <a:pt x="36646" y="10980"/>
                </a:lnTo>
                <a:lnTo>
                  <a:pt x="36789" y="10837"/>
                </a:lnTo>
                <a:close/>
                <a:moveTo>
                  <a:pt x="39355" y="10837"/>
                </a:moveTo>
                <a:lnTo>
                  <a:pt x="38928" y="10980"/>
                </a:lnTo>
                <a:lnTo>
                  <a:pt x="38785" y="10837"/>
                </a:lnTo>
                <a:close/>
                <a:moveTo>
                  <a:pt x="238981" y="10695"/>
                </a:moveTo>
                <a:lnTo>
                  <a:pt x="239124" y="10837"/>
                </a:lnTo>
                <a:lnTo>
                  <a:pt x="239124" y="10980"/>
                </a:lnTo>
                <a:lnTo>
                  <a:pt x="238839" y="10980"/>
                </a:lnTo>
                <a:lnTo>
                  <a:pt x="238553" y="10837"/>
                </a:lnTo>
                <a:lnTo>
                  <a:pt x="238981" y="10837"/>
                </a:lnTo>
                <a:lnTo>
                  <a:pt x="238981" y="10695"/>
                </a:lnTo>
                <a:close/>
                <a:moveTo>
                  <a:pt x="246824" y="10837"/>
                </a:moveTo>
                <a:lnTo>
                  <a:pt x="246824" y="10980"/>
                </a:lnTo>
                <a:lnTo>
                  <a:pt x="246538" y="10980"/>
                </a:lnTo>
                <a:lnTo>
                  <a:pt x="246538" y="10837"/>
                </a:lnTo>
                <a:close/>
                <a:moveTo>
                  <a:pt x="250642" y="10853"/>
                </a:moveTo>
                <a:lnTo>
                  <a:pt x="250388" y="10980"/>
                </a:lnTo>
                <a:lnTo>
                  <a:pt x="250959" y="10980"/>
                </a:lnTo>
                <a:lnTo>
                  <a:pt x="250642" y="10853"/>
                </a:lnTo>
                <a:close/>
                <a:moveTo>
                  <a:pt x="258373" y="10837"/>
                </a:moveTo>
                <a:lnTo>
                  <a:pt x="258801" y="10980"/>
                </a:lnTo>
                <a:lnTo>
                  <a:pt x="258373" y="10980"/>
                </a:lnTo>
                <a:lnTo>
                  <a:pt x="258373" y="10837"/>
                </a:lnTo>
                <a:close/>
                <a:moveTo>
                  <a:pt x="26808" y="10980"/>
                </a:moveTo>
                <a:lnTo>
                  <a:pt x="25809" y="11123"/>
                </a:lnTo>
                <a:lnTo>
                  <a:pt x="26380" y="10980"/>
                </a:lnTo>
                <a:close/>
                <a:moveTo>
                  <a:pt x="38215" y="10980"/>
                </a:moveTo>
                <a:lnTo>
                  <a:pt x="38357" y="11123"/>
                </a:lnTo>
                <a:lnTo>
                  <a:pt x="37930" y="11123"/>
                </a:lnTo>
                <a:lnTo>
                  <a:pt x="38215" y="10980"/>
                </a:lnTo>
                <a:close/>
                <a:moveTo>
                  <a:pt x="242546" y="9839"/>
                </a:moveTo>
                <a:lnTo>
                  <a:pt x="243544" y="9982"/>
                </a:lnTo>
                <a:lnTo>
                  <a:pt x="244970" y="10267"/>
                </a:lnTo>
                <a:lnTo>
                  <a:pt x="245398" y="10410"/>
                </a:lnTo>
                <a:lnTo>
                  <a:pt x="245540" y="10552"/>
                </a:lnTo>
                <a:lnTo>
                  <a:pt x="245255" y="10837"/>
                </a:lnTo>
                <a:lnTo>
                  <a:pt x="244685" y="10980"/>
                </a:lnTo>
                <a:lnTo>
                  <a:pt x="245113" y="10980"/>
                </a:lnTo>
                <a:lnTo>
                  <a:pt x="244970" y="11123"/>
                </a:lnTo>
                <a:lnTo>
                  <a:pt x="244257" y="11123"/>
                </a:lnTo>
                <a:lnTo>
                  <a:pt x="244685" y="11265"/>
                </a:lnTo>
                <a:lnTo>
                  <a:pt x="244685" y="11265"/>
                </a:lnTo>
                <a:lnTo>
                  <a:pt x="244114" y="11123"/>
                </a:lnTo>
                <a:lnTo>
                  <a:pt x="243544" y="10980"/>
                </a:lnTo>
                <a:lnTo>
                  <a:pt x="243972" y="10980"/>
                </a:lnTo>
                <a:lnTo>
                  <a:pt x="243259" y="10837"/>
                </a:lnTo>
                <a:lnTo>
                  <a:pt x="242118" y="10552"/>
                </a:lnTo>
                <a:lnTo>
                  <a:pt x="243544" y="10552"/>
                </a:lnTo>
                <a:lnTo>
                  <a:pt x="242689" y="10410"/>
                </a:lnTo>
                <a:lnTo>
                  <a:pt x="241690" y="9982"/>
                </a:lnTo>
                <a:lnTo>
                  <a:pt x="242546" y="9839"/>
                </a:lnTo>
                <a:close/>
                <a:moveTo>
                  <a:pt x="36931" y="11123"/>
                </a:moveTo>
                <a:lnTo>
                  <a:pt x="37074" y="11265"/>
                </a:lnTo>
                <a:lnTo>
                  <a:pt x="36646" y="11265"/>
                </a:lnTo>
                <a:lnTo>
                  <a:pt x="36931" y="11123"/>
                </a:lnTo>
                <a:close/>
                <a:moveTo>
                  <a:pt x="242831" y="10980"/>
                </a:moveTo>
                <a:lnTo>
                  <a:pt x="243259" y="11265"/>
                </a:lnTo>
                <a:lnTo>
                  <a:pt x="242974" y="11265"/>
                </a:lnTo>
                <a:lnTo>
                  <a:pt x="242831" y="11123"/>
                </a:lnTo>
                <a:lnTo>
                  <a:pt x="242546" y="11123"/>
                </a:lnTo>
                <a:lnTo>
                  <a:pt x="242403" y="10980"/>
                </a:lnTo>
                <a:close/>
                <a:moveTo>
                  <a:pt x="247109" y="11123"/>
                </a:moveTo>
                <a:lnTo>
                  <a:pt x="246681" y="11265"/>
                </a:lnTo>
                <a:lnTo>
                  <a:pt x="246111" y="11265"/>
                </a:lnTo>
                <a:lnTo>
                  <a:pt x="246111" y="11123"/>
                </a:lnTo>
                <a:close/>
                <a:moveTo>
                  <a:pt x="37787" y="11123"/>
                </a:moveTo>
                <a:lnTo>
                  <a:pt x="37217" y="11408"/>
                </a:lnTo>
                <a:lnTo>
                  <a:pt x="36931" y="11408"/>
                </a:lnTo>
                <a:lnTo>
                  <a:pt x="37217" y="11265"/>
                </a:lnTo>
                <a:lnTo>
                  <a:pt x="37217" y="11123"/>
                </a:lnTo>
                <a:close/>
                <a:moveTo>
                  <a:pt x="242974" y="11408"/>
                </a:moveTo>
                <a:lnTo>
                  <a:pt x="243116" y="11550"/>
                </a:lnTo>
                <a:lnTo>
                  <a:pt x="242831" y="11550"/>
                </a:lnTo>
                <a:lnTo>
                  <a:pt x="242974" y="11408"/>
                </a:lnTo>
                <a:close/>
                <a:moveTo>
                  <a:pt x="244257" y="11265"/>
                </a:moveTo>
                <a:lnTo>
                  <a:pt x="244400" y="11408"/>
                </a:lnTo>
                <a:lnTo>
                  <a:pt x="244542" y="11408"/>
                </a:lnTo>
                <a:lnTo>
                  <a:pt x="244114" y="11550"/>
                </a:lnTo>
                <a:lnTo>
                  <a:pt x="243972" y="11550"/>
                </a:lnTo>
                <a:lnTo>
                  <a:pt x="243829" y="11408"/>
                </a:lnTo>
                <a:lnTo>
                  <a:pt x="244114" y="11408"/>
                </a:lnTo>
                <a:lnTo>
                  <a:pt x="244114" y="11265"/>
                </a:lnTo>
                <a:close/>
                <a:moveTo>
                  <a:pt x="259514" y="11123"/>
                </a:moveTo>
                <a:lnTo>
                  <a:pt x="260512" y="11265"/>
                </a:lnTo>
                <a:lnTo>
                  <a:pt x="260370" y="11265"/>
                </a:lnTo>
                <a:lnTo>
                  <a:pt x="260655" y="11408"/>
                </a:lnTo>
                <a:lnTo>
                  <a:pt x="261225" y="11550"/>
                </a:lnTo>
                <a:lnTo>
                  <a:pt x="261225" y="11693"/>
                </a:lnTo>
                <a:lnTo>
                  <a:pt x="261083" y="11693"/>
                </a:lnTo>
                <a:lnTo>
                  <a:pt x="260084" y="11550"/>
                </a:lnTo>
                <a:lnTo>
                  <a:pt x="258373" y="11550"/>
                </a:lnTo>
                <a:lnTo>
                  <a:pt x="258516" y="11693"/>
                </a:lnTo>
                <a:lnTo>
                  <a:pt x="258373" y="11693"/>
                </a:lnTo>
                <a:lnTo>
                  <a:pt x="258373" y="11550"/>
                </a:lnTo>
                <a:lnTo>
                  <a:pt x="258088" y="11693"/>
                </a:lnTo>
                <a:lnTo>
                  <a:pt x="256948" y="11693"/>
                </a:lnTo>
                <a:lnTo>
                  <a:pt x="256377" y="11550"/>
                </a:lnTo>
                <a:lnTo>
                  <a:pt x="256805" y="11550"/>
                </a:lnTo>
                <a:lnTo>
                  <a:pt x="256948" y="11265"/>
                </a:lnTo>
                <a:lnTo>
                  <a:pt x="257375" y="11123"/>
                </a:lnTo>
                <a:close/>
                <a:moveTo>
                  <a:pt x="241405" y="11693"/>
                </a:moveTo>
                <a:lnTo>
                  <a:pt x="241833" y="11836"/>
                </a:lnTo>
                <a:lnTo>
                  <a:pt x="241548" y="11836"/>
                </a:lnTo>
                <a:lnTo>
                  <a:pt x="241405" y="11693"/>
                </a:lnTo>
                <a:close/>
                <a:moveTo>
                  <a:pt x="24526" y="11836"/>
                </a:moveTo>
                <a:lnTo>
                  <a:pt x="24526" y="11978"/>
                </a:lnTo>
                <a:lnTo>
                  <a:pt x="24241" y="11978"/>
                </a:lnTo>
                <a:lnTo>
                  <a:pt x="24526" y="11836"/>
                </a:lnTo>
                <a:close/>
                <a:moveTo>
                  <a:pt x="33794" y="11836"/>
                </a:moveTo>
                <a:lnTo>
                  <a:pt x="33224" y="11978"/>
                </a:lnTo>
                <a:lnTo>
                  <a:pt x="33224" y="11836"/>
                </a:lnTo>
                <a:close/>
                <a:moveTo>
                  <a:pt x="242118" y="11836"/>
                </a:moveTo>
                <a:lnTo>
                  <a:pt x="242118" y="11978"/>
                </a:lnTo>
                <a:lnTo>
                  <a:pt x="241976" y="11836"/>
                </a:lnTo>
                <a:close/>
                <a:moveTo>
                  <a:pt x="252527" y="11836"/>
                </a:moveTo>
                <a:lnTo>
                  <a:pt x="252955" y="11978"/>
                </a:lnTo>
                <a:lnTo>
                  <a:pt x="252527" y="11978"/>
                </a:lnTo>
                <a:lnTo>
                  <a:pt x="252527" y="11836"/>
                </a:lnTo>
                <a:close/>
                <a:moveTo>
                  <a:pt x="27948" y="11978"/>
                </a:moveTo>
                <a:lnTo>
                  <a:pt x="27520" y="12121"/>
                </a:lnTo>
                <a:lnTo>
                  <a:pt x="26950" y="12121"/>
                </a:lnTo>
                <a:lnTo>
                  <a:pt x="27948" y="11978"/>
                </a:lnTo>
                <a:close/>
                <a:moveTo>
                  <a:pt x="243687" y="11978"/>
                </a:moveTo>
                <a:lnTo>
                  <a:pt x="244257" y="12121"/>
                </a:lnTo>
                <a:lnTo>
                  <a:pt x="242974" y="12121"/>
                </a:lnTo>
                <a:lnTo>
                  <a:pt x="243687" y="11978"/>
                </a:lnTo>
                <a:close/>
                <a:moveTo>
                  <a:pt x="251672" y="11836"/>
                </a:moveTo>
                <a:lnTo>
                  <a:pt x="252385" y="11978"/>
                </a:lnTo>
                <a:lnTo>
                  <a:pt x="252527" y="12121"/>
                </a:lnTo>
                <a:lnTo>
                  <a:pt x="251957" y="12121"/>
                </a:lnTo>
                <a:lnTo>
                  <a:pt x="251957" y="11978"/>
                </a:lnTo>
                <a:lnTo>
                  <a:pt x="251672" y="11978"/>
                </a:lnTo>
                <a:lnTo>
                  <a:pt x="251672" y="11836"/>
                </a:lnTo>
                <a:close/>
                <a:moveTo>
                  <a:pt x="151003" y="12121"/>
                </a:moveTo>
                <a:lnTo>
                  <a:pt x="151431" y="12263"/>
                </a:lnTo>
                <a:lnTo>
                  <a:pt x="151146" y="12263"/>
                </a:lnTo>
                <a:lnTo>
                  <a:pt x="151003" y="12121"/>
                </a:lnTo>
                <a:close/>
                <a:moveTo>
                  <a:pt x="154568" y="12121"/>
                </a:moveTo>
                <a:lnTo>
                  <a:pt x="154711" y="12263"/>
                </a:lnTo>
                <a:lnTo>
                  <a:pt x="154425" y="12263"/>
                </a:lnTo>
                <a:lnTo>
                  <a:pt x="154140" y="12121"/>
                </a:lnTo>
                <a:close/>
                <a:moveTo>
                  <a:pt x="241690" y="11978"/>
                </a:moveTo>
                <a:lnTo>
                  <a:pt x="242403" y="12121"/>
                </a:lnTo>
                <a:lnTo>
                  <a:pt x="242546" y="12263"/>
                </a:lnTo>
                <a:lnTo>
                  <a:pt x="242403" y="12263"/>
                </a:lnTo>
                <a:lnTo>
                  <a:pt x="241976" y="12121"/>
                </a:lnTo>
                <a:lnTo>
                  <a:pt x="241690" y="12121"/>
                </a:lnTo>
                <a:lnTo>
                  <a:pt x="241690" y="11978"/>
                </a:lnTo>
                <a:close/>
                <a:moveTo>
                  <a:pt x="244970" y="12121"/>
                </a:moveTo>
                <a:lnTo>
                  <a:pt x="245255" y="12263"/>
                </a:lnTo>
                <a:lnTo>
                  <a:pt x="244970" y="12263"/>
                </a:lnTo>
                <a:lnTo>
                  <a:pt x="244827" y="12121"/>
                </a:lnTo>
                <a:close/>
                <a:moveTo>
                  <a:pt x="23671" y="12263"/>
                </a:moveTo>
                <a:lnTo>
                  <a:pt x="23029" y="12370"/>
                </a:lnTo>
                <a:lnTo>
                  <a:pt x="23029" y="12370"/>
                </a:lnTo>
                <a:lnTo>
                  <a:pt x="22815" y="12263"/>
                </a:lnTo>
                <a:close/>
                <a:moveTo>
                  <a:pt x="27235" y="11123"/>
                </a:moveTo>
                <a:lnTo>
                  <a:pt x="26808" y="11265"/>
                </a:lnTo>
                <a:lnTo>
                  <a:pt x="26950" y="11408"/>
                </a:lnTo>
                <a:lnTo>
                  <a:pt x="26665" y="11550"/>
                </a:lnTo>
                <a:lnTo>
                  <a:pt x="25952" y="11693"/>
                </a:lnTo>
                <a:lnTo>
                  <a:pt x="25524" y="11836"/>
                </a:lnTo>
                <a:lnTo>
                  <a:pt x="26237" y="11978"/>
                </a:lnTo>
                <a:lnTo>
                  <a:pt x="25667" y="12121"/>
                </a:lnTo>
                <a:lnTo>
                  <a:pt x="24954" y="12406"/>
                </a:lnTo>
                <a:lnTo>
                  <a:pt x="24384" y="12406"/>
                </a:lnTo>
                <a:lnTo>
                  <a:pt x="24526" y="12263"/>
                </a:lnTo>
                <a:lnTo>
                  <a:pt x="24669" y="12121"/>
                </a:lnTo>
                <a:lnTo>
                  <a:pt x="25382" y="11836"/>
                </a:lnTo>
                <a:lnTo>
                  <a:pt x="25809" y="11693"/>
                </a:lnTo>
                <a:lnTo>
                  <a:pt x="24669" y="11693"/>
                </a:lnTo>
                <a:lnTo>
                  <a:pt x="26095" y="11550"/>
                </a:lnTo>
                <a:lnTo>
                  <a:pt x="25524" y="11408"/>
                </a:lnTo>
                <a:lnTo>
                  <a:pt x="25952" y="11265"/>
                </a:lnTo>
                <a:lnTo>
                  <a:pt x="27235" y="11123"/>
                </a:lnTo>
                <a:close/>
                <a:moveTo>
                  <a:pt x="141450" y="12263"/>
                </a:moveTo>
                <a:lnTo>
                  <a:pt x="141450" y="12406"/>
                </a:lnTo>
                <a:lnTo>
                  <a:pt x="140879" y="12406"/>
                </a:lnTo>
                <a:lnTo>
                  <a:pt x="141165" y="12263"/>
                </a:lnTo>
                <a:close/>
                <a:moveTo>
                  <a:pt x="242974" y="12263"/>
                </a:moveTo>
                <a:lnTo>
                  <a:pt x="243259" y="12406"/>
                </a:lnTo>
                <a:lnTo>
                  <a:pt x="242974" y="12406"/>
                </a:lnTo>
                <a:lnTo>
                  <a:pt x="242831" y="12263"/>
                </a:lnTo>
                <a:close/>
                <a:moveTo>
                  <a:pt x="142258" y="12430"/>
                </a:moveTo>
                <a:lnTo>
                  <a:pt x="142020" y="12548"/>
                </a:lnTo>
                <a:lnTo>
                  <a:pt x="141307" y="12548"/>
                </a:lnTo>
                <a:lnTo>
                  <a:pt x="142258" y="12430"/>
                </a:lnTo>
                <a:close/>
                <a:moveTo>
                  <a:pt x="20391" y="12548"/>
                </a:moveTo>
                <a:lnTo>
                  <a:pt x="20391" y="12691"/>
                </a:lnTo>
                <a:lnTo>
                  <a:pt x="20248" y="12691"/>
                </a:lnTo>
                <a:lnTo>
                  <a:pt x="20248" y="12548"/>
                </a:lnTo>
                <a:close/>
                <a:moveTo>
                  <a:pt x="20961" y="12548"/>
                </a:moveTo>
                <a:lnTo>
                  <a:pt x="20819" y="12691"/>
                </a:lnTo>
                <a:lnTo>
                  <a:pt x="20676" y="12691"/>
                </a:lnTo>
                <a:lnTo>
                  <a:pt x="20534" y="12548"/>
                </a:lnTo>
                <a:close/>
                <a:moveTo>
                  <a:pt x="24384" y="12548"/>
                </a:moveTo>
                <a:lnTo>
                  <a:pt x="23813" y="12691"/>
                </a:lnTo>
                <a:lnTo>
                  <a:pt x="24098" y="12548"/>
                </a:lnTo>
                <a:close/>
                <a:moveTo>
                  <a:pt x="25667" y="12406"/>
                </a:moveTo>
                <a:lnTo>
                  <a:pt x="25239" y="12548"/>
                </a:lnTo>
                <a:lnTo>
                  <a:pt x="24811" y="12691"/>
                </a:lnTo>
                <a:lnTo>
                  <a:pt x="24811" y="12548"/>
                </a:lnTo>
                <a:lnTo>
                  <a:pt x="24954" y="12548"/>
                </a:lnTo>
                <a:lnTo>
                  <a:pt x="25667" y="12406"/>
                </a:lnTo>
                <a:close/>
                <a:moveTo>
                  <a:pt x="149292" y="12548"/>
                </a:moveTo>
                <a:lnTo>
                  <a:pt x="149292" y="12691"/>
                </a:lnTo>
                <a:lnTo>
                  <a:pt x="148722" y="12691"/>
                </a:lnTo>
                <a:lnTo>
                  <a:pt x="149150" y="12548"/>
                </a:lnTo>
                <a:close/>
                <a:moveTo>
                  <a:pt x="155424" y="12548"/>
                </a:moveTo>
                <a:lnTo>
                  <a:pt x="154996" y="12691"/>
                </a:lnTo>
                <a:lnTo>
                  <a:pt x="154711" y="12548"/>
                </a:lnTo>
                <a:close/>
                <a:moveTo>
                  <a:pt x="244970" y="12406"/>
                </a:moveTo>
                <a:lnTo>
                  <a:pt x="244970" y="12548"/>
                </a:lnTo>
                <a:lnTo>
                  <a:pt x="245540" y="12548"/>
                </a:lnTo>
                <a:lnTo>
                  <a:pt x="245255" y="12691"/>
                </a:lnTo>
                <a:lnTo>
                  <a:pt x="244970" y="12548"/>
                </a:lnTo>
                <a:lnTo>
                  <a:pt x="244400" y="12406"/>
                </a:lnTo>
                <a:close/>
                <a:moveTo>
                  <a:pt x="249961" y="12406"/>
                </a:moveTo>
                <a:lnTo>
                  <a:pt x="250388" y="12548"/>
                </a:lnTo>
                <a:lnTo>
                  <a:pt x="250103" y="12548"/>
                </a:lnTo>
                <a:lnTo>
                  <a:pt x="250388" y="12691"/>
                </a:lnTo>
                <a:lnTo>
                  <a:pt x="250103" y="12691"/>
                </a:lnTo>
                <a:lnTo>
                  <a:pt x="250103" y="12548"/>
                </a:lnTo>
                <a:lnTo>
                  <a:pt x="249818" y="12548"/>
                </a:lnTo>
                <a:lnTo>
                  <a:pt x="249675" y="12406"/>
                </a:lnTo>
                <a:close/>
                <a:moveTo>
                  <a:pt x="15828" y="12548"/>
                </a:moveTo>
                <a:lnTo>
                  <a:pt x="16256" y="12691"/>
                </a:lnTo>
                <a:lnTo>
                  <a:pt x="15828" y="12834"/>
                </a:lnTo>
                <a:lnTo>
                  <a:pt x="15115" y="12834"/>
                </a:lnTo>
                <a:lnTo>
                  <a:pt x="15543" y="12691"/>
                </a:lnTo>
                <a:lnTo>
                  <a:pt x="15686" y="12548"/>
                </a:lnTo>
                <a:close/>
                <a:moveTo>
                  <a:pt x="243116" y="12691"/>
                </a:moveTo>
                <a:lnTo>
                  <a:pt x="243401" y="12834"/>
                </a:lnTo>
                <a:lnTo>
                  <a:pt x="243259" y="12834"/>
                </a:lnTo>
                <a:lnTo>
                  <a:pt x="243116" y="12691"/>
                </a:lnTo>
                <a:close/>
                <a:moveTo>
                  <a:pt x="244827" y="12691"/>
                </a:moveTo>
                <a:lnTo>
                  <a:pt x="244970" y="12834"/>
                </a:lnTo>
                <a:lnTo>
                  <a:pt x="244827" y="12834"/>
                </a:lnTo>
                <a:lnTo>
                  <a:pt x="244827" y="12691"/>
                </a:lnTo>
                <a:close/>
                <a:moveTo>
                  <a:pt x="17967" y="12834"/>
                </a:moveTo>
                <a:lnTo>
                  <a:pt x="17539" y="12976"/>
                </a:lnTo>
                <a:lnTo>
                  <a:pt x="17539" y="12834"/>
                </a:lnTo>
                <a:close/>
                <a:moveTo>
                  <a:pt x="23671" y="12834"/>
                </a:moveTo>
                <a:lnTo>
                  <a:pt x="23671" y="12976"/>
                </a:lnTo>
                <a:lnTo>
                  <a:pt x="23528" y="12834"/>
                </a:lnTo>
                <a:close/>
                <a:moveTo>
                  <a:pt x="139596" y="12834"/>
                </a:moveTo>
                <a:lnTo>
                  <a:pt x="139739" y="12976"/>
                </a:lnTo>
                <a:lnTo>
                  <a:pt x="139168" y="12976"/>
                </a:lnTo>
                <a:lnTo>
                  <a:pt x="139596" y="12834"/>
                </a:lnTo>
                <a:close/>
                <a:moveTo>
                  <a:pt x="243829" y="12406"/>
                </a:moveTo>
                <a:lnTo>
                  <a:pt x="244257" y="12548"/>
                </a:lnTo>
                <a:lnTo>
                  <a:pt x="244400" y="12691"/>
                </a:lnTo>
                <a:lnTo>
                  <a:pt x="244542" y="12834"/>
                </a:lnTo>
                <a:lnTo>
                  <a:pt x="244542" y="12976"/>
                </a:lnTo>
                <a:lnTo>
                  <a:pt x="244400" y="12834"/>
                </a:lnTo>
                <a:lnTo>
                  <a:pt x="244114" y="12976"/>
                </a:lnTo>
                <a:lnTo>
                  <a:pt x="243829" y="12834"/>
                </a:lnTo>
                <a:lnTo>
                  <a:pt x="243687" y="12691"/>
                </a:lnTo>
                <a:lnTo>
                  <a:pt x="243401" y="12548"/>
                </a:lnTo>
                <a:lnTo>
                  <a:pt x="243544" y="12548"/>
                </a:lnTo>
                <a:lnTo>
                  <a:pt x="243544" y="12406"/>
                </a:lnTo>
                <a:close/>
                <a:moveTo>
                  <a:pt x="246396" y="12834"/>
                </a:moveTo>
                <a:lnTo>
                  <a:pt x="246396" y="12976"/>
                </a:lnTo>
                <a:lnTo>
                  <a:pt x="246253" y="12834"/>
                </a:lnTo>
                <a:close/>
                <a:moveTo>
                  <a:pt x="261368" y="12834"/>
                </a:moveTo>
                <a:lnTo>
                  <a:pt x="261796" y="12976"/>
                </a:lnTo>
                <a:lnTo>
                  <a:pt x="261083" y="12976"/>
                </a:lnTo>
                <a:lnTo>
                  <a:pt x="261368" y="12834"/>
                </a:lnTo>
                <a:close/>
                <a:moveTo>
                  <a:pt x="23956" y="12976"/>
                </a:moveTo>
                <a:lnTo>
                  <a:pt x="24241" y="13119"/>
                </a:lnTo>
                <a:lnTo>
                  <a:pt x="23813" y="13119"/>
                </a:lnTo>
                <a:lnTo>
                  <a:pt x="23956" y="12976"/>
                </a:lnTo>
                <a:close/>
                <a:moveTo>
                  <a:pt x="121059" y="12834"/>
                </a:moveTo>
                <a:lnTo>
                  <a:pt x="121202" y="12976"/>
                </a:lnTo>
                <a:lnTo>
                  <a:pt x="120917" y="13119"/>
                </a:lnTo>
                <a:lnTo>
                  <a:pt x="120632" y="13119"/>
                </a:lnTo>
                <a:lnTo>
                  <a:pt x="120346" y="12976"/>
                </a:lnTo>
                <a:lnTo>
                  <a:pt x="120917" y="12976"/>
                </a:lnTo>
                <a:lnTo>
                  <a:pt x="121059" y="12834"/>
                </a:lnTo>
                <a:close/>
                <a:moveTo>
                  <a:pt x="140166" y="12834"/>
                </a:moveTo>
                <a:lnTo>
                  <a:pt x="139881" y="12976"/>
                </a:lnTo>
                <a:lnTo>
                  <a:pt x="141022" y="12976"/>
                </a:lnTo>
                <a:lnTo>
                  <a:pt x="141022" y="13119"/>
                </a:lnTo>
                <a:lnTo>
                  <a:pt x="139881" y="12976"/>
                </a:lnTo>
                <a:lnTo>
                  <a:pt x="139881" y="12834"/>
                </a:lnTo>
                <a:close/>
                <a:moveTo>
                  <a:pt x="141735" y="12976"/>
                </a:moveTo>
                <a:lnTo>
                  <a:pt x="141735" y="13119"/>
                </a:lnTo>
                <a:lnTo>
                  <a:pt x="141307" y="13119"/>
                </a:lnTo>
                <a:lnTo>
                  <a:pt x="141735" y="12976"/>
                </a:lnTo>
                <a:close/>
                <a:moveTo>
                  <a:pt x="154283" y="12691"/>
                </a:moveTo>
                <a:lnTo>
                  <a:pt x="153712" y="12976"/>
                </a:lnTo>
                <a:lnTo>
                  <a:pt x="153998" y="12976"/>
                </a:lnTo>
                <a:lnTo>
                  <a:pt x="153855" y="13119"/>
                </a:lnTo>
                <a:lnTo>
                  <a:pt x="152287" y="13119"/>
                </a:lnTo>
                <a:lnTo>
                  <a:pt x="152572" y="12976"/>
                </a:lnTo>
                <a:lnTo>
                  <a:pt x="153427" y="12834"/>
                </a:lnTo>
                <a:lnTo>
                  <a:pt x="153000" y="12691"/>
                </a:lnTo>
                <a:close/>
                <a:moveTo>
                  <a:pt x="155424" y="12976"/>
                </a:moveTo>
                <a:lnTo>
                  <a:pt x="155281" y="13119"/>
                </a:lnTo>
                <a:lnTo>
                  <a:pt x="154425" y="13119"/>
                </a:lnTo>
                <a:lnTo>
                  <a:pt x="154996" y="12976"/>
                </a:lnTo>
                <a:close/>
                <a:moveTo>
                  <a:pt x="160842" y="12976"/>
                </a:moveTo>
                <a:lnTo>
                  <a:pt x="159844" y="13119"/>
                </a:lnTo>
                <a:lnTo>
                  <a:pt x="158846" y="12976"/>
                </a:lnTo>
                <a:close/>
                <a:moveTo>
                  <a:pt x="172392" y="12976"/>
                </a:moveTo>
                <a:lnTo>
                  <a:pt x="173390" y="13119"/>
                </a:lnTo>
                <a:lnTo>
                  <a:pt x="172534" y="13119"/>
                </a:lnTo>
                <a:lnTo>
                  <a:pt x="171964" y="12976"/>
                </a:lnTo>
                <a:close/>
                <a:moveTo>
                  <a:pt x="246681" y="12976"/>
                </a:moveTo>
                <a:lnTo>
                  <a:pt x="246824" y="13119"/>
                </a:lnTo>
                <a:lnTo>
                  <a:pt x="246681" y="13119"/>
                </a:lnTo>
                <a:lnTo>
                  <a:pt x="246681" y="12976"/>
                </a:lnTo>
                <a:close/>
                <a:moveTo>
                  <a:pt x="249961" y="12834"/>
                </a:moveTo>
                <a:lnTo>
                  <a:pt x="249961" y="12976"/>
                </a:lnTo>
                <a:lnTo>
                  <a:pt x="249961" y="13119"/>
                </a:lnTo>
                <a:lnTo>
                  <a:pt x="249675" y="12976"/>
                </a:lnTo>
                <a:lnTo>
                  <a:pt x="249961" y="12834"/>
                </a:lnTo>
                <a:close/>
                <a:moveTo>
                  <a:pt x="165262" y="13119"/>
                </a:moveTo>
                <a:lnTo>
                  <a:pt x="165547" y="13261"/>
                </a:lnTo>
                <a:lnTo>
                  <a:pt x="165547" y="13261"/>
                </a:lnTo>
                <a:lnTo>
                  <a:pt x="164977" y="13119"/>
                </a:lnTo>
                <a:close/>
                <a:moveTo>
                  <a:pt x="13119" y="13119"/>
                </a:moveTo>
                <a:lnTo>
                  <a:pt x="13262" y="13261"/>
                </a:lnTo>
                <a:lnTo>
                  <a:pt x="12976" y="13261"/>
                </a:lnTo>
                <a:lnTo>
                  <a:pt x="12834" y="13119"/>
                </a:lnTo>
                <a:close/>
                <a:moveTo>
                  <a:pt x="26522" y="12976"/>
                </a:moveTo>
                <a:lnTo>
                  <a:pt x="26522" y="13119"/>
                </a:lnTo>
                <a:lnTo>
                  <a:pt x="26237" y="13261"/>
                </a:lnTo>
                <a:lnTo>
                  <a:pt x="26095" y="13119"/>
                </a:lnTo>
                <a:lnTo>
                  <a:pt x="26522" y="12976"/>
                </a:lnTo>
                <a:close/>
                <a:moveTo>
                  <a:pt x="137457" y="12976"/>
                </a:moveTo>
                <a:lnTo>
                  <a:pt x="137457" y="13119"/>
                </a:lnTo>
                <a:lnTo>
                  <a:pt x="137315" y="13261"/>
                </a:lnTo>
                <a:lnTo>
                  <a:pt x="137172" y="13119"/>
                </a:lnTo>
                <a:lnTo>
                  <a:pt x="137315" y="13119"/>
                </a:lnTo>
                <a:lnTo>
                  <a:pt x="137172" y="12976"/>
                </a:lnTo>
                <a:close/>
                <a:moveTo>
                  <a:pt x="164549" y="13119"/>
                </a:moveTo>
                <a:lnTo>
                  <a:pt x="164549" y="13261"/>
                </a:lnTo>
                <a:lnTo>
                  <a:pt x="164407" y="13261"/>
                </a:lnTo>
                <a:lnTo>
                  <a:pt x="164264" y="13119"/>
                </a:lnTo>
                <a:close/>
                <a:moveTo>
                  <a:pt x="243687" y="13119"/>
                </a:moveTo>
                <a:lnTo>
                  <a:pt x="243829" y="13261"/>
                </a:lnTo>
                <a:lnTo>
                  <a:pt x="243401" y="13261"/>
                </a:lnTo>
                <a:lnTo>
                  <a:pt x="243544" y="13119"/>
                </a:lnTo>
                <a:close/>
                <a:moveTo>
                  <a:pt x="250674" y="13119"/>
                </a:moveTo>
                <a:lnTo>
                  <a:pt x="251101" y="13261"/>
                </a:lnTo>
                <a:lnTo>
                  <a:pt x="250674" y="13261"/>
                </a:lnTo>
                <a:lnTo>
                  <a:pt x="250674" y="13119"/>
                </a:lnTo>
                <a:close/>
                <a:moveTo>
                  <a:pt x="142876" y="13261"/>
                </a:moveTo>
                <a:lnTo>
                  <a:pt x="142448" y="13404"/>
                </a:lnTo>
                <a:lnTo>
                  <a:pt x="142590" y="13261"/>
                </a:lnTo>
                <a:close/>
                <a:moveTo>
                  <a:pt x="24954" y="13261"/>
                </a:moveTo>
                <a:lnTo>
                  <a:pt x="24669" y="13404"/>
                </a:lnTo>
                <a:lnTo>
                  <a:pt x="24384" y="13404"/>
                </a:lnTo>
                <a:lnTo>
                  <a:pt x="24954" y="13261"/>
                </a:lnTo>
                <a:close/>
                <a:moveTo>
                  <a:pt x="135176" y="13261"/>
                </a:moveTo>
                <a:lnTo>
                  <a:pt x="135176" y="13404"/>
                </a:lnTo>
                <a:lnTo>
                  <a:pt x="135033" y="13261"/>
                </a:lnTo>
                <a:close/>
                <a:moveTo>
                  <a:pt x="135889" y="13119"/>
                </a:moveTo>
                <a:lnTo>
                  <a:pt x="136174" y="13261"/>
                </a:lnTo>
                <a:lnTo>
                  <a:pt x="136602" y="13261"/>
                </a:lnTo>
                <a:lnTo>
                  <a:pt x="136459" y="13404"/>
                </a:lnTo>
                <a:lnTo>
                  <a:pt x="136174" y="13261"/>
                </a:lnTo>
                <a:lnTo>
                  <a:pt x="135461" y="13119"/>
                </a:lnTo>
                <a:close/>
                <a:moveTo>
                  <a:pt x="162838" y="13261"/>
                </a:moveTo>
                <a:lnTo>
                  <a:pt x="163409" y="13404"/>
                </a:lnTo>
                <a:lnTo>
                  <a:pt x="162981" y="13404"/>
                </a:lnTo>
                <a:lnTo>
                  <a:pt x="162838" y="13261"/>
                </a:lnTo>
                <a:close/>
                <a:moveTo>
                  <a:pt x="199341" y="13261"/>
                </a:moveTo>
                <a:lnTo>
                  <a:pt x="200054" y="13404"/>
                </a:lnTo>
                <a:lnTo>
                  <a:pt x="199769" y="13404"/>
                </a:lnTo>
                <a:lnTo>
                  <a:pt x="199341" y="13261"/>
                </a:lnTo>
                <a:close/>
                <a:moveTo>
                  <a:pt x="249818" y="13261"/>
                </a:moveTo>
                <a:lnTo>
                  <a:pt x="249248" y="13404"/>
                </a:lnTo>
                <a:lnTo>
                  <a:pt x="249248" y="13261"/>
                </a:lnTo>
                <a:close/>
                <a:moveTo>
                  <a:pt x="9982" y="13261"/>
                </a:moveTo>
                <a:lnTo>
                  <a:pt x="9982" y="13404"/>
                </a:lnTo>
                <a:lnTo>
                  <a:pt x="9697" y="13547"/>
                </a:lnTo>
                <a:lnTo>
                  <a:pt x="9697" y="13404"/>
                </a:lnTo>
                <a:lnTo>
                  <a:pt x="9839" y="13261"/>
                </a:lnTo>
                <a:close/>
                <a:moveTo>
                  <a:pt x="11978" y="13404"/>
                </a:moveTo>
                <a:lnTo>
                  <a:pt x="11693" y="13547"/>
                </a:lnTo>
                <a:lnTo>
                  <a:pt x="11693" y="13404"/>
                </a:lnTo>
                <a:close/>
                <a:moveTo>
                  <a:pt x="133892" y="13404"/>
                </a:moveTo>
                <a:lnTo>
                  <a:pt x="133750" y="13547"/>
                </a:lnTo>
                <a:lnTo>
                  <a:pt x="133465" y="13547"/>
                </a:lnTo>
                <a:lnTo>
                  <a:pt x="133465" y="13404"/>
                </a:lnTo>
                <a:close/>
                <a:moveTo>
                  <a:pt x="150861" y="13404"/>
                </a:moveTo>
                <a:lnTo>
                  <a:pt x="151288" y="13547"/>
                </a:lnTo>
                <a:lnTo>
                  <a:pt x="150861" y="13547"/>
                </a:lnTo>
                <a:lnTo>
                  <a:pt x="150861" y="13404"/>
                </a:lnTo>
                <a:close/>
                <a:moveTo>
                  <a:pt x="152001" y="13404"/>
                </a:moveTo>
                <a:lnTo>
                  <a:pt x="152572" y="13547"/>
                </a:lnTo>
                <a:lnTo>
                  <a:pt x="152001" y="13547"/>
                </a:lnTo>
                <a:lnTo>
                  <a:pt x="152001" y="13404"/>
                </a:lnTo>
                <a:close/>
                <a:moveTo>
                  <a:pt x="153855" y="13404"/>
                </a:moveTo>
                <a:lnTo>
                  <a:pt x="154140" y="13547"/>
                </a:lnTo>
                <a:lnTo>
                  <a:pt x="153712" y="13547"/>
                </a:lnTo>
                <a:lnTo>
                  <a:pt x="153712" y="13404"/>
                </a:lnTo>
                <a:close/>
                <a:moveTo>
                  <a:pt x="170253" y="13404"/>
                </a:moveTo>
                <a:lnTo>
                  <a:pt x="170395" y="13547"/>
                </a:lnTo>
                <a:lnTo>
                  <a:pt x="169968" y="13547"/>
                </a:lnTo>
                <a:lnTo>
                  <a:pt x="170253" y="13404"/>
                </a:lnTo>
                <a:close/>
                <a:moveTo>
                  <a:pt x="177382" y="13404"/>
                </a:moveTo>
                <a:lnTo>
                  <a:pt x="177097" y="13547"/>
                </a:lnTo>
                <a:lnTo>
                  <a:pt x="176812" y="13404"/>
                </a:lnTo>
                <a:close/>
                <a:moveTo>
                  <a:pt x="194065" y="13404"/>
                </a:moveTo>
                <a:lnTo>
                  <a:pt x="193780" y="13547"/>
                </a:lnTo>
                <a:lnTo>
                  <a:pt x="193638" y="13404"/>
                </a:lnTo>
                <a:close/>
                <a:moveTo>
                  <a:pt x="196632" y="13404"/>
                </a:moveTo>
                <a:lnTo>
                  <a:pt x="196632" y="13547"/>
                </a:lnTo>
                <a:lnTo>
                  <a:pt x="196204" y="13547"/>
                </a:lnTo>
                <a:lnTo>
                  <a:pt x="196632" y="13404"/>
                </a:lnTo>
                <a:close/>
                <a:moveTo>
                  <a:pt x="198201" y="13404"/>
                </a:moveTo>
                <a:lnTo>
                  <a:pt x="197915" y="13547"/>
                </a:lnTo>
                <a:lnTo>
                  <a:pt x="197488" y="13547"/>
                </a:lnTo>
                <a:lnTo>
                  <a:pt x="197060" y="13404"/>
                </a:lnTo>
                <a:close/>
                <a:moveTo>
                  <a:pt x="144016" y="13547"/>
                </a:moveTo>
                <a:lnTo>
                  <a:pt x="144444" y="13689"/>
                </a:lnTo>
                <a:lnTo>
                  <a:pt x="144159" y="13689"/>
                </a:lnTo>
                <a:lnTo>
                  <a:pt x="144016" y="13547"/>
                </a:lnTo>
                <a:close/>
                <a:moveTo>
                  <a:pt x="145727" y="13547"/>
                </a:moveTo>
                <a:lnTo>
                  <a:pt x="145442" y="13689"/>
                </a:lnTo>
                <a:lnTo>
                  <a:pt x="145157" y="13689"/>
                </a:lnTo>
                <a:lnTo>
                  <a:pt x="144729" y="13547"/>
                </a:lnTo>
                <a:close/>
                <a:moveTo>
                  <a:pt x="149435" y="13547"/>
                </a:moveTo>
                <a:lnTo>
                  <a:pt x="149720" y="13689"/>
                </a:lnTo>
                <a:lnTo>
                  <a:pt x="148151" y="13689"/>
                </a:lnTo>
                <a:lnTo>
                  <a:pt x="148437" y="13547"/>
                </a:lnTo>
                <a:close/>
                <a:moveTo>
                  <a:pt x="164834" y="13547"/>
                </a:moveTo>
                <a:lnTo>
                  <a:pt x="165262" y="13689"/>
                </a:lnTo>
                <a:lnTo>
                  <a:pt x="164549" y="13689"/>
                </a:lnTo>
                <a:lnTo>
                  <a:pt x="164834" y="13547"/>
                </a:lnTo>
                <a:close/>
                <a:moveTo>
                  <a:pt x="190358" y="13547"/>
                </a:moveTo>
                <a:lnTo>
                  <a:pt x="189930" y="13689"/>
                </a:lnTo>
                <a:lnTo>
                  <a:pt x="189503" y="13547"/>
                </a:lnTo>
                <a:close/>
                <a:moveTo>
                  <a:pt x="119206" y="13689"/>
                </a:moveTo>
                <a:lnTo>
                  <a:pt x="119206" y="13832"/>
                </a:lnTo>
                <a:lnTo>
                  <a:pt x="119063" y="13689"/>
                </a:lnTo>
                <a:close/>
                <a:moveTo>
                  <a:pt x="181945" y="13689"/>
                </a:moveTo>
                <a:lnTo>
                  <a:pt x="181660" y="13832"/>
                </a:lnTo>
                <a:lnTo>
                  <a:pt x="181375" y="13832"/>
                </a:lnTo>
                <a:lnTo>
                  <a:pt x="181375" y="13689"/>
                </a:lnTo>
                <a:close/>
                <a:moveTo>
                  <a:pt x="205473" y="13689"/>
                </a:moveTo>
                <a:lnTo>
                  <a:pt x="205045" y="13832"/>
                </a:lnTo>
                <a:lnTo>
                  <a:pt x="204902" y="13689"/>
                </a:lnTo>
                <a:close/>
                <a:moveTo>
                  <a:pt x="242403" y="13547"/>
                </a:moveTo>
                <a:lnTo>
                  <a:pt x="242831" y="13689"/>
                </a:lnTo>
                <a:lnTo>
                  <a:pt x="242261" y="13689"/>
                </a:lnTo>
                <a:lnTo>
                  <a:pt x="242403" y="13832"/>
                </a:lnTo>
                <a:lnTo>
                  <a:pt x="241263" y="13832"/>
                </a:lnTo>
                <a:lnTo>
                  <a:pt x="241263" y="13689"/>
                </a:lnTo>
                <a:lnTo>
                  <a:pt x="241690" y="13547"/>
                </a:lnTo>
                <a:close/>
                <a:moveTo>
                  <a:pt x="245398" y="12976"/>
                </a:moveTo>
                <a:lnTo>
                  <a:pt x="245113" y="13119"/>
                </a:lnTo>
                <a:lnTo>
                  <a:pt x="246111" y="13119"/>
                </a:lnTo>
                <a:lnTo>
                  <a:pt x="247109" y="13261"/>
                </a:lnTo>
                <a:lnTo>
                  <a:pt x="247394" y="13404"/>
                </a:lnTo>
                <a:lnTo>
                  <a:pt x="247394" y="13547"/>
                </a:lnTo>
                <a:lnTo>
                  <a:pt x="247394" y="13689"/>
                </a:lnTo>
                <a:lnTo>
                  <a:pt x="246966" y="13832"/>
                </a:lnTo>
                <a:lnTo>
                  <a:pt x="245826" y="13689"/>
                </a:lnTo>
                <a:lnTo>
                  <a:pt x="243972" y="13404"/>
                </a:lnTo>
                <a:lnTo>
                  <a:pt x="244827" y="13404"/>
                </a:lnTo>
                <a:lnTo>
                  <a:pt x="244685" y="13261"/>
                </a:lnTo>
                <a:lnTo>
                  <a:pt x="244685" y="13119"/>
                </a:lnTo>
                <a:lnTo>
                  <a:pt x="245398" y="12976"/>
                </a:lnTo>
                <a:close/>
                <a:moveTo>
                  <a:pt x="159915" y="13832"/>
                </a:moveTo>
                <a:lnTo>
                  <a:pt x="159131" y="13974"/>
                </a:lnTo>
                <a:lnTo>
                  <a:pt x="160272" y="13974"/>
                </a:lnTo>
                <a:lnTo>
                  <a:pt x="160842" y="13832"/>
                </a:lnTo>
                <a:close/>
                <a:moveTo>
                  <a:pt x="170176" y="13851"/>
                </a:moveTo>
                <a:lnTo>
                  <a:pt x="169683" y="13974"/>
                </a:lnTo>
                <a:lnTo>
                  <a:pt x="170408" y="13853"/>
                </a:lnTo>
                <a:lnTo>
                  <a:pt x="170408" y="13853"/>
                </a:lnTo>
                <a:lnTo>
                  <a:pt x="170176" y="13851"/>
                </a:lnTo>
                <a:close/>
                <a:moveTo>
                  <a:pt x="172143" y="13872"/>
                </a:moveTo>
                <a:lnTo>
                  <a:pt x="172962" y="13974"/>
                </a:lnTo>
                <a:lnTo>
                  <a:pt x="173818" y="13974"/>
                </a:lnTo>
                <a:lnTo>
                  <a:pt x="173983" y="13892"/>
                </a:lnTo>
                <a:lnTo>
                  <a:pt x="173983" y="13892"/>
                </a:lnTo>
                <a:lnTo>
                  <a:pt x="172143" y="13872"/>
                </a:lnTo>
                <a:close/>
                <a:moveTo>
                  <a:pt x="179450" y="13951"/>
                </a:moveTo>
                <a:lnTo>
                  <a:pt x="179379" y="13974"/>
                </a:lnTo>
                <a:lnTo>
                  <a:pt x="179949" y="13974"/>
                </a:lnTo>
                <a:lnTo>
                  <a:pt x="179930" y="13956"/>
                </a:lnTo>
                <a:lnTo>
                  <a:pt x="179930" y="13956"/>
                </a:lnTo>
                <a:lnTo>
                  <a:pt x="179450" y="13951"/>
                </a:lnTo>
                <a:close/>
                <a:moveTo>
                  <a:pt x="183086" y="13689"/>
                </a:moveTo>
                <a:lnTo>
                  <a:pt x="183514" y="13832"/>
                </a:lnTo>
                <a:lnTo>
                  <a:pt x="183656" y="13832"/>
                </a:lnTo>
                <a:lnTo>
                  <a:pt x="183514" y="13974"/>
                </a:lnTo>
                <a:lnTo>
                  <a:pt x="183086" y="13974"/>
                </a:lnTo>
                <a:lnTo>
                  <a:pt x="183229" y="13832"/>
                </a:lnTo>
                <a:lnTo>
                  <a:pt x="183086" y="13832"/>
                </a:lnTo>
                <a:lnTo>
                  <a:pt x="183086" y="13689"/>
                </a:lnTo>
                <a:close/>
                <a:moveTo>
                  <a:pt x="186080" y="13832"/>
                </a:moveTo>
                <a:lnTo>
                  <a:pt x="185653" y="13974"/>
                </a:lnTo>
                <a:lnTo>
                  <a:pt x="185653" y="13832"/>
                </a:lnTo>
                <a:close/>
                <a:moveTo>
                  <a:pt x="210035" y="13832"/>
                </a:moveTo>
                <a:lnTo>
                  <a:pt x="211604" y="13974"/>
                </a:lnTo>
                <a:lnTo>
                  <a:pt x="210178" y="13974"/>
                </a:lnTo>
                <a:lnTo>
                  <a:pt x="210035" y="13832"/>
                </a:lnTo>
                <a:close/>
                <a:moveTo>
                  <a:pt x="242974" y="13689"/>
                </a:moveTo>
                <a:lnTo>
                  <a:pt x="243687" y="13832"/>
                </a:lnTo>
                <a:lnTo>
                  <a:pt x="243829" y="13974"/>
                </a:lnTo>
                <a:lnTo>
                  <a:pt x="242546" y="13832"/>
                </a:lnTo>
                <a:lnTo>
                  <a:pt x="242974" y="13689"/>
                </a:lnTo>
                <a:close/>
                <a:moveTo>
                  <a:pt x="245398" y="13689"/>
                </a:moveTo>
                <a:lnTo>
                  <a:pt x="245968" y="13832"/>
                </a:lnTo>
                <a:lnTo>
                  <a:pt x="245683" y="13974"/>
                </a:lnTo>
                <a:lnTo>
                  <a:pt x="244542" y="13832"/>
                </a:lnTo>
                <a:lnTo>
                  <a:pt x="244685" y="13689"/>
                </a:lnTo>
                <a:close/>
                <a:moveTo>
                  <a:pt x="246538" y="13832"/>
                </a:moveTo>
                <a:lnTo>
                  <a:pt x="246824" y="13974"/>
                </a:lnTo>
                <a:lnTo>
                  <a:pt x="246253" y="13974"/>
                </a:lnTo>
                <a:lnTo>
                  <a:pt x="246253" y="13832"/>
                </a:lnTo>
                <a:close/>
                <a:moveTo>
                  <a:pt x="249533" y="13547"/>
                </a:moveTo>
                <a:lnTo>
                  <a:pt x="249818" y="13689"/>
                </a:lnTo>
                <a:lnTo>
                  <a:pt x="249533" y="13974"/>
                </a:lnTo>
                <a:lnTo>
                  <a:pt x="249248" y="13974"/>
                </a:lnTo>
                <a:lnTo>
                  <a:pt x="248962" y="13832"/>
                </a:lnTo>
                <a:lnTo>
                  <a:pt x="248535" y="13689"/>
                </a:lnTo>
                <a:lnTo>
                  <a:pt x="249105" y="13547"/>
                </a:lnTo>
                <a:close/>
                <a:moveTo>
                  <a:pt x="259514" y="13832"/>
                </a:moveTo>
                <a:lnTo>
                  <a:pt x="259372" y="13974"/>
                </a:lnTo>
                <a:lnTo>
                  <a:pt x="259086" y="13974"/>
                </a:lnTo>
                <a:lnTo>
                  <a:pt x="259372" y="13832"/>
                </a:lnTo>
                <a:close/>
                <a:moveTo>
                  <a:pt x="162981" y="13974"/>
                </a:moveTo>
                <a:lnTo>
                  <a:pt x="162696" y="14117"/>
                </a:lnTo>
                <a:lnTo>
                  <a:pt x="162696" y="14117"/>
                </a:lnTo>
                <a:lnTo>
                  <a:pt x="163266" y="13974"/>
                </a:lnTo>
                <a:close/>
                <a:moveTo>
                  <a:pt x="204760" y="13974"/>
                </a:moveTo>
                <a:lnTo>
                  <a:pt x="204902" y="14117"/>
                </a:lnTo>
                <a:lnTo>
                  <a:pt x="204902" y="14117"/>
                </a:lnTo>
                <a:lnTo>
                  <a:pt x="204332" y="13974"/>
                </a:lnTo>
                <a:close/>
                <a:moveTo>
                  <a:pt x="13689" y="13974"/>
                </a:moveTo>
                <a:lnTo>
                  <a:pt x="13832" y="14117"/>
                </a:lnTo>
                <a:lnTo>
                  <a:pt x="13262" y="14117"/>
                </a:lnTo>
                <a:lnTo>
                  <a:pt x="13689" y="13974"/>
                </a:lnTo>
                <a:close/>
                <a:moveTo>
                  <a:pt x="118921" y="13974"/>
                </a:moveTo>
                <a:lnTo>
                  <a:pt x="118350" y="14117"/>
                </a:lnTo>
                <a:lnTo>
                  <a:pt x="118065" y="14117"/>
                </a:lnTo>
                <a:lnTo>
                  <a:pt x="117922" y="13974"/>
                </a:lnTo>
                <a:close/>
                <a:moveTo>
                  <a:pt x="245968" y="13974"/>
                </a:moveTo>
                <a:lnTo>
                  <a:pt x="246396" y="14117"/>
                </a:lnTo>
                <a:lnTo>
                  <a:pt x="245968" y="14117"/>
                </a:lnTo>
                <a:lnTo>
                  <a:pt x="245968" y="13974"/>
                </a:lnTo>
                <a:close/>
                <a:moveTo>
                  <a:pt x="243544" y="13974"/>
                </a:moveTo>
                <a:lnTo>
                  <a:pt x="243544" y="14117"/>
                </a:lnTo>
                <a:lnTo>
                  <a:pt x="243687" y="14259"/>
                </a:lnTo>
                <a:lnTo>
                  <a:pt x="243687" y="14259"/>
                </a:lnTo>
                <a:lnTo>
                  <a:pt x="243116" y="14117"/>
                </a:lnTo>
                <a:lnTo>
                  <a:pt x="243259" y="14117"/>
                </a:lnTo>
                <a:lnTo>
                  <a:pt x="243544" y="13974"/>
                </a:lnTo>
                <a:close/>
                <a:moveTo>
                  <a:pt x="13547" y="13689"/>
                </a:moveTo>
                <a:lnTo>
                  <a:pt x="13262" y="13974"/>
                </a:lnTo>
                <a:lnTo>
                  <a:pt x="12549" y="13974"/>
                </a:lnTo>
                <a:lnTo>
                  <a:pt x="12549" y="14117"/>
                </a:lnTo>
                <a:lnTo>
                  <a:pt x="12406" y="14117"/>
                </a:lnTo>
                <a:lnTo>
                  <a:pt x="11978" y="14259"/>
                </a:lnTo>
                <a:lnTo>
                  <a:pt x="12549" y="13974"/>
                </a:lnTo>
                <a:lnTo>
                  <a:pt x="11693" y="13974"/>
                </a:lnTo>
                <a:lnTo>
                  <a:pt x="12834" y="13832"/>
                </a:lnTo>
                <a:lnTo>
                  <a:pt x="13262" y="13832"/>
                </a:lnTo>
                <a:lnTo>
                  <a:pt x="13262" y="13689"/>
                </a:lnTo>
                <a:close/>
                <a:moveTo>
                  <a:pt x="12976" y="14117"/>
                </a:moveTo>
                <a:lnTo>
                  <a:pt x="12976" y="14259"/>
                </a:lnTo>
                <a:lnTo>
                  <a:pt x="12834" y="14117"/>
                </a:lnTo>
                <a:close/>
                <a:moveTo>
                  <a:pt x="111934" y="14117"/>
                </a:moveTo>
                <a:lnTo>
                  <a:pt x="111934" y="14259"/>
                </a:lnTo>
                <a:lnTo>
                  <a:pt x="111791" y="14117"/>
                </a:lnTo>
                <a:close/>
                <a:moveTo>
                  <a:pt x="116069" y="14117"/>
                </a:moveTo>
                <a:lnTo>
                  <a:pt x="116069" y="14259"/>
                </a:lnTo>
                <a:lnTo>
                  <a:pt x="114073" y="14259"/>
                </a:lnTo>
                <a:lnTo>
                  <a:pt x="115356" y="14117"/>
                </a:lnTo>
                <a:close/>
                <a:moveTo>
                  <a:pt x="242689" y="14117"/>
                </a:moveTo>
                <a:lnTo>
                  <a:pt x="243401" y="14259"/>
                </a:lnTo>
                <a:lnTo>
                  <a:pt x="242831" y="14259"/>
                </a:lnTo>
                <a:lnTo>
                  <a:pt x="242689" y="14117"/>
                </a:lnTo>
                <a:close/>
                <a:moveTo>
                  <a:pt x="254381" y="13832"/>
                </a:moveTo>
                <a:lnTo>
                  <a:pt x="254666" y="13974"/>
                </a:lnTo>
                <a:lnTo>
                  <a:pt x="254523" y="14117"/>
                </a:lnTo>
                <a:lnTo>
                  <a:pt x="254238" y="14259"/>
                </a:lnTo>
                <a:lnTo>
                  <a:pt x="253811" y="14117"/>
                </a:lnTo>
                <a:lnTo>
                  <a:pt x="253811" y="13974"/>
                </a:lnTo>
                <a:lnTo>
                  <a:pt x="253953" y="13974"/>
                </a:lnTo>
                <a:lnTo>
                  <a:pt x="254381" y="13832"/>
                </a:lnTo>
                <a:close/>
                <a:moveTo>
                  <a:pt x="118493" y="14259"/>
                </a:moveTo>
                <a:lnTo>
                  <a:pt x="118635" y="14402"/>
                </a:lnTo>
                <a:lnTo>
                  <a:pt x="118208" y="14259"/>
                </a:lnTo>
                <a:close/>
                <a:moveTo>
                  <a:pt x="197488" y="14259"/>
                </a:moveTo>
                <a:lnTo>
                  <a:pt x="197488" y="14402"/>
                </a:lnTo>
                <a:lnTo>
                  <a:pt x="197202" y="14402"/>
                </a:lnTo>
                <a:lnTo>
                  <a:pt x="197488" y="14259"/>
                </a:lnTo>
                <a:close/>
                <a:moveTo>
                  <a:pt x="208610" y="13832"/>
                </a:moveTo>
                <a:lnTo>
                  <a:pt x="209608" y="13974"/>
                </a:lnTo>
                <a:lnTo>
                  <a:pt x="210035" y="14117"/>
                </a:lnTo>
                <a:lnTo>
                  <a:pt x="210178" y="14402"/>
                </a:lnTo>
                <a:lnTo>
                  <a:pt x="209750" y="14402"/>
                </a:lnTo>
                <a:lnTo>
                  <a:pt x="209323" y="14259"/>
                </a:lnTo>
                <a:lnTo>
                  <a:pt x="209037" y="14117"/>
                </a:lnTo>
                <a:lnTo>
                  <a:pt x="208752" y="13974"/>
                </a:lnTo>
                <a:lnTo>
                  <a:pt x="208039" y="13832"/>
                </a:lnTo>
                <a:close/>
                <a:moveTo>
                  <a:pt x="242261" y="14259"/>
                </a:moveTo>
                <a:lnTo>
                  <a:pt x="242546" y="14402"/>
                </a:lnTo>
                <a:lnTo>
                  <a:pt x="242118" y="14402"/>
                </a:lnTo>
                <a:lnTo>
                  <a:pt x="242118" y="14259"/>
                </a:lnTo>
                <a:close/>
                <a:moveTo>
                  <a:pt x="244970" y="13974"/>
                </a:moveTo>
                <a:lnTo>
                  <a:pt x="245113" y="14117"/>
                </a:lnTo>
                <a:lnTo>
                  <a:pt x="245113" y="14402"/>
                </a:lnTo>
                <a:lnTo>
                  <a:pt x="244542" y="14402"/>
                </a:lnTo>
                <a:lnTo>
                  <a:pt x="244685" y="14259"/>
                </a:lnTo>
                <a:lnTo>
                  <a:pt x="244827" y="14117"/>
                </a:lnTo>
                <a:lnTo>
                  <a:pt x="244542" y="13974"/>
                </a:lnTo>
                <a:close/>
                <a:moveTo>
                  <a:pt x="245826" y="14117"/>
                </a:moveTo>
                <a:lnTo>
                  <a:pt x="246253" y="14259"/>
                </a:lnTo>
                <a:lnTo>
                  <a:pt x="246253" y="14402"/>
                </a:lnTo>
                <a:lnTo>
                  <a:pt x="245826" y="14117"/>
                </a:lnTo>
                <a:close/>
                <a:moveTo>
                  <a:pt x="247537" y="14259"/>
                </a:moveTo>
                <a:lnTo>
                  <a:pt x="247537" y="14402"/>
                </a:lnTo>
                <a:lnTo>
                  <a:pt x="247109" y="14259"/>
                </a:lnTo>
                <a:close/>
                <a:moveTo>
                  <a:pt x="247964" y="14259"/>
                </a:moveTo>
                <a:lnTo>
                  <a:pt x="248250" y="14402"/>
                </a:lnTo>
                <a:lnTo>
                  <a:pt x="247964" y="14402"/>
                </a:lnTo>
                <a:lnTo>
                  <a:pt x="247964" y="14259"/>
                </a:lnTo>
                <a:close/>
                <a:moveTo>
                  <a:pt x="111934" y="14402"/>
                </a:moveTo>
                <a:lnTo>
                  <a:pt x="111934" y="14545"/>
                </a:lnTo>
                <a:lnTo>
                  <a:pt x="111791" y="14402"/>
                </a:lnTo>
                <a:close/>
                <a:moveTo>
                  <a:pt x="248677" y="14259"/>
                </a:moveTo>
                <a:lnTo>
                  <a:pt x="248820" y="14402"/>
                </a:lnTo>
                <a:lnTo>
                  <a:pt x="249390" y="14402"/>
                </a:lnTo>
                <a:lnTo>
                  <a:pt x="249105" y="14545"/>
                </a:lnTo>
                <a:lnTo>
                  <a:pt x="248677" y="14402"/>
                </a:lnTo>
                <a:lnTo>
                  <a:pt x="248677" y="14259"/>
                </a:lnTo>
                <a:close/>
                <a:moveTo>
                  <a:pt x="220730" y="14545"/>
                </a:moveTo>
                <a:lnTo>
                  <a:pt x="220159" y="14687"/>
                </a:lnTo>
                <a:lnTo>
                  <a:pt x="220159" y="14687"/>
                </a:lnTo>
                <a:lnTo>
                  <a:pt x="220445" y="14545"/>
                </a:lnTo>
                <a:close/>
                <a:moveTo>
                  <a:pt x="12406" y="14259"/>
                </a:moveTo>
                <a:lnTo>
                  <a:pt x="12121" y="14402"/>
                </a:lnTo>
                <a:lnTo>
                  <a:pt x="11836" y="14545"/>
                </a:lnTo>
                <a:lnTo>
                  <a:pt x="12549" y="14545"/>
                </a:lnTo>
                <a:lnTo>
                  <a:pt x="12406" y="14687"/>
                </a:lnTo>
                <a:lnTo>
                  <a:pt x="11836" y="14545"/>
                </a:lnTo>
                <a:lnTo>
                  <a:pt x="11978" y="14402"/>
                </a:lnTo>
                <a:lnTo>
                  <a:pt x="12121" y="14259"/>
                </a:lnTo>
                <a:close/>
                <a:moveTo>
                  <a:pt x="15971" y="13119"/>
                </a:moveTo>
                <a:lnTo>
                  <a:pt x="15971" y="13261"/>
                </a:lnTo>
                <a:lnTo>
                  <a:pt x="15400" y="13404"/>
                </a:lnTo>
                <a:lnTo>
                  <a:pt x="15828" y="13404"/>
                </a:lnTo>
                <a:lnTo>
                  <a:pt x="15543" y="13547"/>
                </a:lnTo>
                <a:lnTo>
                  <a:pt x="15828" y="13547"/>
                </a:lnTo>
                <a:lnTo>
                  <a:pt x="15971" y="13689"/>
                </a:lnTo>
                <a:lnTo>
                  <a:pt x="15258" y="13689"/>
                </a:lnTo>
                <a:lnTo>
                  <a:pt x="15400" y="13832"/>
                </a:lnTo>
                <a:lnTo>
                  <a:pt x="15400" y="13974"/>
                </a:lnTo>
                <a:lnTo>
                  <a:pt x="14830" y="14259"/>
                </a:lnTo>
                <a:lnTo>
                  <a:pt x="13974" y="14687"/>
                </a:lnTo>
                <a:lnTo>
                  <a:pt x="13547" y="14687"/>
                </a:lnTo>
                <a:lnTo>
                  <a:pt x="13119" y="14545"/>
                </a:lnTo>
                <a:lnTo>
                  <a:pt x="12976" y="14402"/>
                </a:lnTo>
                <a:lnTo>
                  <a:pt x="13262" y="14259"/>
                </a:lnTo>
                <a:lnTo>
                  <a:pt x="13974" y="14117"/>
                </a:lnTo>
                <a:lnTo>
                  <a:pt x="14402" y="13974"/>
                </a:lnTo>
                <a:lnTo>
                  <a:pt x="13832" y="13832"/>
                </a:lnTo>
                <a:lnTo>
                  <a:pt x="14545" y="13547"/>
                </a:lnTo>
                <a:lnTo>
                  <a:pt x="15400" y="13547"/>
                </a:lnTo>
                <a:lnTo>
                  <a:pt x="14830" y="13261"/>
                </a:lnTo>
                <a:lnTo>
                  <a:pt x="14687" y="13261"/>
                </a:lnTo>
                <a:lnTo>
                  <a:pt x="15400" y="13119"/>
                </a:lnTo>
                <a:close/>
                <a:moveTo>
                  <a:pt x="109367" y="14545"/>
                </a:moveTo>
                <a:lnTo>
                  <a:pt x="109367" y="14687"/>
                </a:lnTo>
                <a:lnTo>
                  <a:pt x="108939" y="14545"/>
                </a:lnTo>
                <a:close/>
                <a:moveTo>
                  <a:pt x="250959" y="14259"/>
                </a:moveTo>
                <a:lnTo>
                  <a:pt x="250959" y="14687"/>
                </a:lnTo>
                <a:lnTo>
                  <a:pt x="250531" y="14545"/>
                </a:lnTo>
                <a:lnTo>
                  <a:pt x="250674" y="14402"/>
                </a:lnTo>
                <a:lnTo>
                  <a:pt x="250531" y="14402"/>
                </a:lnTo>
                <a:lnTo>
                  <a:pt x="250531" y="14259"/>
                </a:lnTo>
                <a:close/>
                <a:moveTo>
                  <a:pt x="251529" y="14545"/>
                </a:moveTo>
                <a:lnTo>
                  <a:pt x="251529" y="14687"/>
                </a:lnTo>
                <a:lnTo>
                  <a:pt x="251244" y="14687"/>
                </a:lnTo>
                <a:lnTo>
                  <a:pt x="251244" y="14545"/>
                </a:lnTo>
                <a:close/>
                <a:moveTo>
                  <a:pt x="259657" y="14545"/>
                </a:moveTo>
                <a:lnTo>
                  <a:pt x="259799" y="14687"/>
                </a:lnTo>
                <a:lnTo>
                  <a:pt x="259657" y="14687"/>
                </a:lnTo>
                <a:lnTo>
                  <a:pt x="259657" y="14545"/>
                </a:lnTo>
                <a:close/>
                <a:moveTo>
                  <a:pt x="107941" y="14687"/>
                </a:moveTo>
                <a:lnTo>
                  <a:pt x="107317" y="14812"/>
                </a:lnTo>
                <a:lnTo>
                  <a:pt x="107317" y="14812"/>
                </a:lnTo>
                <a:lnTo>
                  <a:pt x="106943" y="14687"/>
                </a:lnTo>
                <a:close/>
                <a:moveTo>
                  <a:pt x="213030" y="13974"/>
                </a:moveTo>
                <a:lnTo>
                  <a:pt x="213885" y="14117"/>
                </a:lnTo>
                <a:lnTo>
                  <a:pt x="216167" y="14259"/>
                </a:lnTo>
                <a:lnTo>
                  <a:pt x="218306" y="14402"/>
                </a:lnTo>
                <a:lnTo>
                  <a:pt x="219161" y="14402"/>
                </a:lnTo>
                <a:lnTo>
                  <a:pt x="219446" y="14545"/>
                </a:lnTo>
                <a:lnTo>
                  <a:pt x="219589" y="14687"/>
                </a:lnTo>
                <a:lnTo>
                  <a:pt x="219019" y="14830"/>
                </a:lnTo>
                <a:lnTo>
                  <a:pt x="214884" y="14830"/>
                </a:lnTo>
                <a:lnTo>
                  <a:pt x="213600" y="14687"/>
                </a:lnTo>
                <a:lnTo>
                  <a:pt x="212887" y="14402"/>
                </a:lnTo>
                <a:lnTo>
                  <a:pt x="212887" y="14259"/>
                </a:lnTo>
                <a:lnTo>
                  <a:pt x="213030" y="13974"/>
                </a:lnTo>
                <a:close/>
                <a:moveTo>
                  <a:pt x="242546" y="14687"/>
                </a:moveTo>
                <a:lnTo>
                  <a:pt x="242974" y="14830"/>
                </a:lnTo>
                <a:lnTo>
                  <a:pt x="242831" y="14830"/>
                </a:lnTo>
                <a:lnTo>
                  <a:pt x="242546" y="14687"/>
                </a:lnTo>
                <a:close/>
                <a:moveTo>
                  <a:pt x="11123" y="14830"/>
                </a:moveTo>
                <a:lnTo>
                  <a:pt x="11265" y="14972"/>
                </a:lnTo>
                <a:lnTo>
                  <a:pt x="10695" y="14972"/>
                </a:lnTo>
                <a:lnTo>
                  <a:pt x="10980" y="14830"/>
                </a:lnTo>
                <a:close/>
                <a:moveTo>
                  <a:pt x="12549" y="14830"/>
                </a:moveTo>
                <a:lnTo>
                  <a:pt x="12691" y="14972"/>
                </a:lnTo>
                <a:lnTo>
                  <a:pt x="12263" y="14972"/>
                </a:lnTo>
                <a:lnTo>
                  <a:pt x="12406" y="14830"/>
                </a:lnTo>
                <a:close/>
                <a:moveTo>
                  <a:pt x="13974" y="14830"/>
                </a:moveTo>
                <a:lnTo>
                  <a:pt x="13974" y="14972"/>
                </a:lnTo>
                <a:lnTo>
                  <a:pt x="13832" y="14830"/>
                </a:lnTo>
                <a:close/>
                <a:moveTo>
                  <a:pt x="108654" y="14830"/>
                </a:moveTo>
                <a:lnTo>
                  <a:pt x="107799" y="14972"/>
                </a:lnTo>
                <a:lnTo>
                  <a:pt x="107799" y="14830"/>
                </a:lnTo>
                <a:close/>
                <a:moveTo>
                  <a:pt x="115356" y="14726"/>
                </a:moveTo>
                <a:lnTo>
                  <a:pt x="115009" y="14749"/>
                </a:lnTo>
                <a:lnTo>
                  <a:pt x="115009" y="14749"/>
                </a:lnTo>
                <a:lnTo>
                  <a:pt x="114928" y="14830"/>
                </a:lnTo>
                <a:lnTo>
                  <a:pt x="114785" y="14830"/>
                </a:lnTo>
                <a:lnTo>
                  <a:pt x="115071" y="14972"/>
                </a:lnTo>
                <a:lnTo>
                  <a:pt x="115498" y="14830"/>
                </a:lnTo>
                <a:lnTo>
                  <a:pt x="115356" y="14830"/>
                </a:lnTo>
                <a:lnTo>
                  <a:pt x="115356" y="14726"/>
                </a:lnTo>
                <a:close/>
                <a:moveTo>
                  <a:pt x="221157" y="14687"/>
                </a:moveTo>
                <a:lnTo>
                  <a:pt x="221157" y="14830"/>
                </a:lnTo>
                <a:lnTo>
                  <a:pt x="220730" y="14830"/>
                </a:lnTo>
                <a:lnTo>
                  <a:pt x="220872" y="14972"/>
                </a:lnTo>
                <a:lnTo>
                  <a:pt x="220587" y="14972"/>
                </a:lnTo>
                <a:lnTo>
                  <a:pt x="220730" y="14830"/>
                </a:lnTo>
                <a:lnTo>
                  <a:pt x="220445" y="14830"/>
                </a:lnTo>
                <a:lnTo>
                  <a:pt x="221157" y="14687"/>
                </a:lnTo>
                <a:close/>
                <a:moveTo>
                  <a:pt x="221728" y="14830"/>
                </a:moveTo>
                <a:lnTo>
                  <a:pt x="222013" y="14972"/>
                </a:lnTo>
                <a:lnTo>
                  <a:pt x="221728" y="14972"/>
                </a:lnTo>
                <a:lnTo>
                  <a:pt x="221728" y="14830"/>
                </a:lnTo>
                <a:close/>
                <a:moveTo>
                  <a:pt x="224294" y="14830"/>
                </a:moveTo>
                <a:lnTo>
                  <a:pt x="224294" y="14972"/>
                </a:lnTo>
                <a:lnTo>
                  <a:pt x="224009" y="14972"/>
                </a:lnTo>
                <a:lnTo>
                  <a:pt x="224294" y="14830"/>
                </a:lnTo>
                <a:close/>
                <a:moveTo>
                  <a:pt x="114643" y="14972"/>
                </a:moveTo>
                <a:lnTo>
                  <a:pt x="114215" y="15115"/>
                </a:lnTo>
                <a:lnTo>
                  <a:pt x="115071" y="15115"/>
                </a:lnTo>
                <a:lnTo>
                  <a:pt x="114643" y="14972"/>
                </a:lnTo>
                <a:close/>
                <a:moveTo>
                  <a:pt x="244257" y="14545"/>
                </a:moveTo>
                <a:lnTo>
                  <a:pt x="245968" y="14972"/>
                </a:lnTo>
                <a:lnTo>
                  <a:pt x="245255" y="15115"/>
                </a:lnTo>
                <a:lnTo>
                  <a:pt x="244257" y="14972"/>
                </a:lnTo>
                <a:lnTo>
                  <a:pt x="243259" y="14687"/>
                </a:lnTo>
                <a:lnTo>
                  <a:pt x="243544" y="14545"/>
                </a:lnTo>
                <a:close/>
                <a:moveTo>
                  <a:pt x="246396" y="15115"/>
                </a:moveTo>
                <a:lnTo>
                  <a:pt x="246396" y="15258"/>
                </a:lnTo>
                <a:lnTo>
                  <a:pt x="245968" y="15115"/>
                </a:lnTo>
                <a:close/>
                <a:moveTo>
                  <a:pt x="249675" y="14687"/>
                </a:moveTo>
                <a:lnTo>
                  <a:pt x="250246" y="14830"/>
                </a:lnTo>
                <a:lnTo>
                  <a:pt x="251529" y="14830"/>
                </a:lnTo>
                <a:lnTo>
                  <a:pt x="252527" y="14972"/>
                </a:lnTo>
                <a:lnTo>
                  <a:pt x="252670" y="14972"/>
                </a:lnTo>
                <a:lnTo>
                  <a:pt x="252527" y="15115"/>
                </a:lnTo>
                <a:lnTo>
                  <a:pt x="252812" y="15258"/>
                </a:lnTo>
                <a:lnTo>
                  <a:pt x="249961" y="15258"/>
                </a:lnTo>
                <a:lnTo>
                  <a:pt x="248820" y="15115"/>
                </a:lnTo>
                <a:lnTo>
                  <a:pt x="249105" y="15115"/>
                </a:lnTo>
                <a:lnTo>
                  <a:pt x="248250" y="14972"/>
                </a:lnTo>
                <a:lnTo>
                  <a:pt x="249105" y="14830"/>
                </a:lnTo>
                <a:lnTo>
                  <a:pt x="249390" y="14687"/>
                </a:lnTo>
                <a:close/>
                <a:moveTo>
                  <a:pt x="111221" y="15258"/>
                </a:moveTo>
                <a:lnTo>
                  <a:pt x="110936" y="15400"/>
                </a:lnTo>
                <a:lnTo>
                  <a:pt x="111506" y="15400"/>
                </a:lnTo>
                <a:lnTo>
                  <a:pt x="111221" y="15258"/>
                </a:lnTo>
                <a:close/>
                <a:moveTo>
                  <a:pt x="245826" y="15258"/>
                </a:moveTo>
                <a:lnTo>
                  <a:pt x="245968" y="15400"/>
                </a:lnTo>
                <a:lnTo>
                  <a:pt x="245683" y="15400"/>
                </a:lnTo>
                <a:lnTo>
                  <a:pt x="245113" y="15258"/>
                </a:lnTo>
                <a:close/>
                <a:moveTo>
                  <a:pt x="7986" y="15258"/>
                </a:moveTo>
                <a:lnTo>
                  <a:pt x="7843" y="15400"/>
                </a:lnTo>
                <a:lnTo>
                  <a:pt x="7823" y="15421"/>
                </a:lnTo>
                <a:lnTo>
                  <a:pt x="7823" y="15421"/>
                </a:lnTo>
                <a:lnTo>
                  <a:pt x="7986" y="15400"/>
                </a:lnTo>
                <a:lnTo>
                  <a:pt x="8128" y="15400"/>
                </a:lnTo>
                <a:lnTo>
                  <a:pt x="7986" y="15258"/>
                </a:lnTo>
                <a:close/>
                <a:moveTo>
                  <a:pt x="101952" y="15258"/>
                </a:moveTo>
                <a:lnTo>
                  <a:pt x="101810" y="15400"/>
                </a:lnTo>
                <a:lnTo>
                  <a:pt x="100812" y="15543"/>
                </a:lnTo>
                <a:lnTo>
                  <a:pt x="100384" y="15543"/>
                </a:lnTo>
                <a:lnTo>
                  <a:pt x="100526" y="15400"/>
                </a:lnTo>
                <a:lnTo>
                  <a:pt x="101239" y="15400"/>
                </a:lnTo>
                <a:lnTo>
                  <a:pt x="101952" y="15258"/>
                </a:lnTo>
                <a:close/>
                <a:moveTo>
                  <a:pt x="95251" y="15543"/>
                </a:moveTo>
                <a:lnTo>
                  <a:pt x="94538" y="15685"/>
                </a:lnTo>
                <a:lnTo>
                  <a:pt x="94538" y="15685"/>
                </a:lnTo>
                <a:lnTo>
                  <a:pt x="94965" y="15543"/>
                </a:lnTo>
                <a:close/>
                <a:moveTo>
                  <a:pt x="7558" y="15543"/>
                </a:moveTo>
                <a:lnTo>
                  <a:pt x="6988" y="15685"/>
                </a:lnTo>
                <a:lnTo>
                  <a:pt x="6988" y="15685"/>
                </a:lnTo>
                <a:lnTo>
                  <a:pt x="7273" y="15543"/>
                </a:lnTo>
                <a:close/>
                <a:moveTo>
                  <a:pt x="94110" y="15543"/>
                </a:moveTo>
                <a:lnTo>
                  <a:pt x="94110" y="15685"/>
                </a:lnTo>
                <a:lnTo>
                  <a:pt x="93967" y="15543"/>
                </a:lnTo>
                <a:close/>
                <a:moveTo>
                  <a:pt x="98958" y="15543"/>
                </a:moveTo>
                <a:lnTo>
                  <a:pt x="99101" y="15685"/>
                </a:lnTo>
                <a:lnTo>
                  <a:pt x="98958" y="15685"/>
                </a:lnTo>
                <a:lnTo>
                  <a:pt x="98815" y="15543"/>
                </a:lnTo>
                <a:close/>
                <a:moveTo>
                  <a:pt x="254096" y="14972"/>
                </a:moveTo>
                <a:lnTo>
                  <a:pt x="254238" y="15115"/>
                </a:lnTo>
                <a:lnTo>
                  <a:pt x="254238" y="15258"/>
                </a:lnTo>
                <a:lnTo>
                  <a:pt x="254523" y="15400"/>
                </a:lnTo>
                <a:lnTo>
                  <a:pt x="254096" y="15400"/>
                </a:lnTo>
                <a:lnTo>
                  <a:pt x="254238" y="15543"/>
                </a:lnTo>
                <a:lnTo>
                  <a:pt x="254381" y="15685"/>
                </a:lnTo>
                <a:lnTo>
                  <a:pt x="253811" y="15685"/>
                </a:lnTo>
                <a:lnTo>
                  <a:pt x="254238" y="15543"/>
                </a:lnTo>
                <a:lnTo>
                  <a:pt x="253383" y="15543"/>
                </a:lnTo>
                <a:lnTo>
                  <a:pt x="253240" y="15685"/>
                </a:lnTo>
                <a:lnTo>
                  <a:pt x="252812" y="15685"/>
                </a:lnTo>
                <a:lnTo>
                  <a:pt x="252812" y="15543"/>
                </a:lnTo>
                <a:lnTo>
                  <a:pt x="252955" y="15543"/>
                </a:lnTo>
                <a:lnTo>
                  <a:pt x="253668" y="15400"/>
                </a:lnTo>
                <a:lnTo>
                  <a:pt x="253953" y="15400"/>
                </a:lnTo>
                <a:lnTo>
                  <a:pt x="253383" y="15258"/>
                </a:lnTo>
                <a:lnTo>
                  <a:pt x="254096" y="14972"/>
                </a:lnTo>
                <a:close/>
                <a:moveTo>
                  <a:pt x="255379" y="15543"/>
                </a:moveTo>
                <a:lnTo>
                  <a:pt x="255379" y="15685"/>
                </a:lnTo>
                <a:lnTo>
                  <a:pt x="254809" y="15543"/>
                </a:lnTo>
                <a:close/>
                <a:moveTo>
                  <a:pt x="93825" y="15685"/>
                </a:moveTo>
                <a:lnTo>
                  <a:pt x="93682" y="15828"/>
                </a:lnTo>
                <a:lnTo>
                  <a:pt x="93540" y="15828"/>
                </a:lnTo>
                <a:lnTo>
                  <a:pt x="93825" y="15685"/>
                </a:lnTo>
                <a:close/>
                <a:moveTo>
                  <a:pt x="250246" y="15685"/>
                </a:moveTo>
                <a:lnTo>
                  <a:pt x="251244" y="15828"/>
                </a:lnTo>
                <a:lnTo>
                  <a:pt x="250674" y="15828"/>
                </a:lnTo>
                <a:lnTo>
                  <a:pt x="250246" y="15685"/>
                </a:lnTo>
                <a:close/>
                <a:moveTo>
                  <a:pt x="255094" y="15685"/>
                </a:moveTo>
                <a:lnTo>
                  <a:pt x="255664" y="15828"/>
                </a:lnTo>
                <a:lnTo>
                  <a:pt x="255094" y="15828"/>
                </a:lnTo>
                <a:lnTo>
                  <a:pt x="255094" y="15685"/>
                </a:lnTo>
                <a:close/>
                <a:moveTo>
                  <a:pt x="255949" y="15685"/>
                </a:moveTo>
                <a:lnTo>
                  <a:pt x="256377" y="15828"/>
                </a:lnTo>
                <a:lnTo>
                  <a:pt x="255664" y="15828"/>
                </a:lnTo>
                <a:lnTo>
                  <a:pt x="255949" y="15685"/>
                </a:lnTo>
                <a:close/>
                <a:moveTo>
                  <a:pt x="259657" y="15685"/>
                </a:moveTo>
                <a:lnTo>
                  <a:pt x="259942" y="15828"/>
                </a:lnTo>
                <a:lnTo>
                  <a:pt x="259657" y="15828"/>
                </a:lnTo>
                <a:lnTo>
                  <a:pt x="259657" y="15685"/>
                </a:lnTo>
                <a:close/>
                <a:moveTo>
                  <a:pt x="90830" y="15685"/>
                </a:moveTo>
                <a:lnTo>
                  <a:pt x="90688" y="15828"/>
                </a:lnTo>
                <a:lnTo>
                  <a:pt x="90260" y="15828"/>
                </a:lnTo>
                <a:lnTo>
                  <a:pt x="90545" y="15971"/>
                </a:lnTo>
                <a:lnTo>
                  <a:pt x="89547" y="15971"/>
                </a:lnTo>
                <a:lnTo>
                  <a:pt x="90260" y="15828"/>
                </a:lnTo>
                <a:lnTo>
                  <a:pt x="90545" y="15685"/>
                </a:lnTo>
                <a:close/>
                <a:moveTo>
                  <a:pt x="235274" y="15543"/>
                </a:moveTo>
                <a:lnTo>
                  <a:pt x="235274" y="15685"/>
                </a:lnTo>
                <a:lnTo>
                  <a:pt x="235987" y="15685"/>
                </a:lnTo>
                <a:lnTo>
                  <a:pt x="236129" y="15828"/>
                </a:lnTo>
                <a:lnTo>
                  <a:pt x="235416" y="15971"/>
                </a:lnTo>
                <a:lnTo>
                  <a:pt x="234561" y="15828"/>
                </a:lnTo>
                <a:lnTo>
                  <a:pt x="234418" y="15685"/>
                </a:lnTo>
                <a:lnTo>
                  <a:pt x="235274" y="15543"/>
                </a:lnTo>
                <a:close/>
                <a:moveTo>
                  <a:pt x="238553" y="15828"/>
                </a:moveTo>
                <a:lnTo>
                  <a:pt x="238553" y="15971"/>
                </a:lnTo>
                <a:lnTo>
                  <a:pt x="238268" y="15971"/>
                </a:lnTo>
                <a:lnTo>
                  <a:pt x="237555" y="15828"/>
                </a:lnTo>
                <a:close/>
                <a:moveTo>
                  <a:pt x="256377" y="15828"/>
                </a:moveTo>
                <a:lnTo>
                  <a:pt x="256235" y="15971"/>
                </a:lnTo>
                <a:lnTo>
                  <a:pt x="255949" y="15971"/>
                </a:lnTo>
                <a:lnTo>
                  <a:pt x="256377" y="15828"/>
                </a:lnTo>
                <a:close/>
                <a:moveTo>
                  <a:pt x="249248" y="10410"/>
                </a:moveTo>
                <a:lnTo>
                  <a:pt x="249248" y="10552"/>
                </a:lnTo>
                <a:lnTo>
                  <a:pt x="249105" y="10980"/>
                </a:lnTo>
                <a:lnTo>
                  <a:pt x="249105" y="11123"/>
                </a:lnTo>
                <a:lnTo>
                  <a:pt x="249533" y="11123"/>
                </a:lnTo>
                <a:lnTo>
                  <a:pt x="249961" y="10980"/>
                </a:lnTo>
                <a:lnTo>
                  <a:pt x="250388" y="10980"/>
                </a:lnTo>
                <a:lnTo>
                  <a:pt x="250246" y="10837"/>
                </a:lnTo>
                <a:lnTo>
                  <a:pt x="250602" y="10837"/>
                </a:lnTo>
                <a:lnTo>
                  <a:pt x="250246" y="10695"/>
                </a:lnTo>
                <a:lnTo>
                  <a:pt x="249818" y="10695"/>
                </a:lnTo>
                <a:lnTo>
                  <a:pt x="249675" y="10552"/>
                </a:lnTo>
                <a:lnTo>
                  <a:pt x="251101" y="10552"/>
                </a:lnTo>
                <a:lnTo>
                  <a:pt x="251244" y="10837"/>
                </a:lnTo>
                <a:lnTo>
                  <a:pt x="251672" y="10837"/>
                </a:lnTo>
                <a:lnTo>
                  <a:pt x="253098" y="10980"/>
                </a:lnTo>
                <a:lnTo>
                  <a:pt x="254523" y="10695"/>
                </a:lnTo>
                <a:lnTo>
                  <a:pt x="255236" y="10552"/>
                </a:lnTo>
                <a:lnTo>
                  <a:pt x="255949" y="10980"/>
                </a:lnTo>
                <a:lnTo>
                  <a:pt x="256235" y="11123"/>
                </a:lnTo>
                <a:lnTo>
                  <a:pt x="254951" y="10837"/>
                </a:lnTo>
                <a:lnTo>
                  <a:pt x="254951" y="10837"/>
                </a:lnTo>
                <a:lnTo>
                  <a:pt x="255236" y="10980"/>
                </a:lnTo>
                <a:lnTo>
                  <a:pt x="254523" y="11123"/>
                </a:lnTo>
                <a:lnTo>
                  <a:pt x="253383" y="11123"/>
                </a:lnTo>
                <a:lnTo>
                  <a:pt x="252385" y="11408"/>
                </a:lnTo>
                <a:lnTo>
                  <a:pt x="253240" y="11265"/>
                </a:lnTo>
                <a:lnTo>
                  <a:pt x="254238" y="11408"/>
                </a:lnTo>
                <a:lnTo>
                  <a:pt x="256377" y="11836"/>
                </a:lnTo>
                <a:lnTo>
                  <a:pt x="258088" y="12121"/>
                </a:lnTo>
                <a:lnTo>
                  <a:pt x="258659" y="11978"/>
                </a:lnTo>
                <a:lnTo>
                  <a:pt x="258801" y="11978"/>
                </a:lnTo>
                <a:lnTo>
                  <a:pt x="258801" y="11693"/>
                </a:lnTo>
                <a:lnTo>
                  <a:pt x="259657" y="11836"/>
                </a:lnTo>
                <a:lnTo>
                  <a:pt x="259942" y="11978"/>
                </a:lnTo>
                <a:lnTo>
                  <a:pt x="259942" y="12121"/>
                </a:lnTo>
                <a:lnTo>
                  <a:pt x="259514" y="12263"/>
                </a:lnTo>
                <a:lnTo>
                  <a:pt x="256805" y="12406"/>
                </a:lnTo>
                <a:lnTo>
                  <a:pt x="257518" y="12548"/>
                </a:lnTo>
                <a:lnTo>
                  <a:pt x="258659" y="12548"/>
                </a:lnTo>
                <a:lnTo>
                  <a:pt x="259799" y="12834"/>
                </a:lnTo>
                <a:lnTo>
                  <a:pt x="259942" y="12834"/>
                </a:lnTo>
                <a:lnTo>
                  <a:pt x="260227" y="12976"/>
                </a:lnTo>
                <a:lnTo>
                  <a:pt x="259799" y="12834"/>
                </a:lnTo>
                <a:lnTo>
                  <a:pt x="258659" y="12834"/>
                </a:lnTo>
                <a:lnTo>
                  <a:pt x="258944" y="12976"/>
                </a:lnTo>
                <a:lnTo>
                  <a:pt x="259799" y="13261"/>
                </a:lnTo>
                <a:lnTo>
                  <a:pt x="258944" y="13119"/>
                </a:lnTo>
                <a:lnTo>
                  <a:pt x="258373" y="13261"/>
                </a:lnTo>
                <a:lnTo>
                  <a:pt x="258231" y="13261"/>
                </a:lnTo>
                <a:lnTo>
                  <a:pt x="259086" y="13404"/>
                </a:lnTo>
                <a:lnTo>
                  <a:pt x="258659" y="13404"/>
                </a:lnTo>
                <a:lnTo>
                  <a:pt x="258801" y="13547"/>
                </a:lnTo>
                <a:lnTo>
                  <a:pt x="259657" y="13404"/>
                </a:lnTo>
                <a:lnTo>
                  <a:pt x="259514" y="13547"/>
                </a:lnTo>
                <a:lnTo>
                  <a:pt x="259799" y="13547"/>
                </a:lnTo>
                <a:lnTo>
                  <a:pt x="258659" y="13689"/>
                </a:lnTo>
                <a:lnTo>
                  <a:pt x="258516" y="14117"/>
                </a:lnTo>
                <a:lnTo>
                  <a:pt x="258801" y="14402"/>
                </a:lnTo>
                <a:lnTo>
                  <a:pt x="259086" y="14687"/>
                </a:lnTo>
                <a:lnTo>
                  <a:pt x="259086" y="14972"/>
                </a:lnTo>
                <a:lnTo>
                  <a:pt x="258944" y="15115"/>
                </a:lnTo>
                <a:lnTo>
                  <a:pt x="258516" y="15258"/>
                </a:lnTo>
                <a:lnTo>
                  <a:pt x="257518" y="15400"/>
                </a:lnTo>
                <a:lnTo>
                  <a:pt x="256092" y="15258"/>
                </a:lnTo>
                <a:lnTo>
                  <a:pt x="256092" y="15258"/>
                </a:lnTo>
                <a:lnTo>
                  <a:pt x="257946" y="15685"/>
                </a:lnTo>
                <a:lnTo>
                  <a:pt x="257090" y="15971"/>
                </a:lnTo>
                <a:lnTo>
                  <a:pt x="256662" y="15828"/>
                </a:lnTo>
                <a:lnTo>
                  <a:pt x="255664" y="15543"/>
                </a:lnTo>
                <a:lnTo>
                  <a:pt x="255094" y="15400"/>
                </a:lnTo>
                <a:lnTo>
                  <a:pt x="254809" y="15258"/>
                </a:lnTo>
                <a:lnTo>
                  <a:pt x="254809" y="15115"/>
                </a:lnTo>
                <a:lnTo>
                  <a:pt x="254951" y="15115"/>
                </a:lnTo>
                <a:lnTo>
                  <a:pt x="255522" y="14972"/>
                </a:lnTo>
                <a:lnTo>
                  <a:pt x="254809" y="14830"/>
                </a:lnTo>
                <a:lnTo>
                  <a:pt x="254809" y="14545"/>
                </a:lnTo>
                <a:lnTo>
                  <a:pt x="254951" y="14545"/>
                </a:lnTo>
                <a:lnTo>
                  <a:pt x="255664" y="14687"/>
                </a:lnTo>
                <a:lnTo>
                  <a:pt x="255664" y="14687"/>
                </a:lnTo>
                <a:lnTo>
                  <a:pt x="255094" y="14259"/>
                </a:lnTo>
                <a:lnTo>
                  <a:pt x="255236" y="14259"/>
                </a:lnTo>
                <a:lnTo>
                  <a:pt x="255807" y="14402"/>
                </a:lnTo>
                <a:lnTo>
                  <a:pt x="256377" y="14402"/>
                </a:lnTo>
                <a:lnTo>
                  <a:pt x="255379" y="14117"/>
                </a:lnTo>
                <a:lnTo>
                  <a:pt x="255094" y="13974"/>
                </a:lnTo>
                <a:lnTo>
                  <a:pt x="254951" y="13974"/>
                </a:lnTo>
                <a:lnTo>
                  <a:pt x="254951" y="13832"/>
                </a:lnTo>
                <a:lnTo>
                  <a:pt x="255094" y="13974"/>
                </a:lnTo>
                <a:lnTo>
                  <a:pt x="256235" y="13832"/>
                </a:lnTo>
                <a:lnTo>
                  <a:pt x="255664" y="13689"/>
                </a:lnTo>
                <a:lnTo>
                  <a:pt x="255522" y="13404"/>
                </a:lnTo>
                <a:lnTo>
                  <a:pt x="255379" y="13261"/>
                </a:lnTo>
                <a:lnTo>
                  <a:pt x="254666" y="13119"/>
                </a:lnTo>
                <a:lnTo>
                  <a:pt x="254809" y="12976"/>
                </a:lnTo>
                <a:lnTo>
                  <a:pt x="254666" y="12976"/>
                </a:lnTo>
                <a:lnTo>
                  <a:pt x="253668" y="13119"/>
                </a:lnTo>
                <a:lnTo>
                  <a:pt x="253383" y="13261"/>
                </a:lnTo>
                <a:lnTo>
                  <a:pt x="253811" y="13404"/>
                </a:lnTo>
                <a:lnTo>
                  <a:pt x="253953" y="13404"/>
                </a:lnTo>
                <a:lnTo>
                  <a:pt x="253668" y="13261"/>
                </a:lnTo>
                <a:lnTo>
                  <a:pt x="254096" y="13261"/>
                </a:lnTo>
                <a:lnTo>
                  <a:pt x="253953" y="13404"/>
                </a:lnTo>
                <a:lnTo>
                  <a:pt x="254523" y="13404"/>
                </a:lnTo>
                <a:lnTo>
                  <a:pt x="254238" y="13261"/>
                </a:lnTo>
                <a:lnTo>
                  <a:pt x="254809" y="13261"/>
                </a:lnTo>
                <a:lnTo>
                  <a:pt x="254523" y="13404"/>
                </a:lnTo>
                <a:lnTo>
                  <a:pt x="254809" y="13404"/>
                </a:lnTo>
                <a:lnTo>
                  <a:pt x="254381" y="13689"/>
                </a:lnTo>
                <a:lnTo>
                  <a:pt x="252670" y="13689"/>
                </a:lnTo>
                <a:lnTo>
                  <a:pt x="253240" y="13832"/>
                </a:lnTo>
                <a:lnTo>
                  <a:pt x="253383" y="13974"/>
                </a:lnTo>
                <a:lnTo>
                  <a:pt x="253098" y="14117"/>
                </a:lnTo>
                <a:lnTo>
                  <a:pt x="251101" y="14117"/>
                </a:lnTo>
                <a:lnTo>
                  <a:pt x="250531" y="13974"/>
                </a:lnTo>
                <a:lnTo>
                  <a:pt x="250103" y="13832"/>
                </a:lnTo>
                <a:lnTo>
                  <a:pt x="250959" y="13689"/>
                </a:lnTo>
                <a:lnTo>
                  <a:pt x="251672" y="13404"/>
                </a:lnTo>
                <a:lnTo>
                  <a:pt x="251672" y="13261"/>
                </a:lnTo>
                <a:lnTo>
                  <a:pt x="252242" y="13261"/>
                </a:lnTo>
                <a:lnTo>
                  <a:pt x="252812" y="13119"/>
                </a:lnTo>
                <a:lnTo>
                  <a:pt x="252955" y="13119"/>
                </a:lnTo>
                <a:lnTo>
                  <a:pt x="252955" y="12976"/>
                </a:lnTo>
                <a:lnTo>
                  <a:pt x="251529" y="12976"/>
                </a:lnTo>
                <a:lnTo>
                  <a:pt x="251529" y="12834"/>
                </a:lnTo>
                <a:lnTo>
                  <a:pt x="252242" y="12691"/>
                </a:lnTo>
                <a:lnTo>
                  <a:pt x="253668" y="12834"/>
                </a:lnTo>
                <a:lnTo>
                  <a:pt x="251672" y="12406"/>
                </a:lnTo>
                <a:lnTo>
                  <a:pt x="251814" y="12406"/>
                </a:lnTo>
                <a:lnTo>
                  <a:pt x="254809" y="12691"/>
                </a:lnTo>
                <a:lnTo>
                  <a:pt x="254096" y="12406"/>
                </a:lnTo>
                <a:lnTo>
                  <a:pt x="253525" y="12406"/>
                </a:lnTo>
                <a:lnTo>
                  <a:pt x="253240" y="12263"/>
                </a:lnTo>
                <a:lnTo>
                  <a:pt x="253668" y="11978"/>
                </a:lnTo>
                <a:lnTo>
                  <a:pt x="254238" y="11978"/>
                </a:lnTo>
                <a:lnTo>
                  <a:pt x="253240" y="11836"/>
                </a:lnTo>
                <a:lnTo>
                  <a:pt x="251672" y="11693"/>
                </a:lnTo>
                <a:lnTo>
                  <a:pt x="250959" y="11693"/>
                </a:lnTo>
                <a:lnTo>
                  <a:pt x="250388" y="11978"/>
                </a:lnTo>
                <a:lnTo>
                  <a:pt x="251529" y="12121"/>
                </a:lnTo>
                <a:lnTo>
                  <a:pt x="251672" y="12121"/>
                </a:lnTo>
                <a:lnTo>
                  <a:pt x="251529" y="12263"/>
                </a:lnTo>
                <a:lnTo>
                  <a:pt x="250959" y="12121"/>
                </a:lnTo>
                <a:lnTo>
                  <a:pt x="251101" y="12263"/>
                </a:lnTo>
                <a:lnTo>
                  <a:pt x="251244" y="12263"/>
                </a:lnTo>
                <a:lnTo>
                  <a:pt x="250959" y="12406"/>
                </a:lnTo>
                <a:lnTo>
                  <a:pt x="250959" y="12263"/>
                </a:lnTo>
                <a:lnTo>
                  <a:pt x="249390" y="12263"/>
                </a:lnTo>
                <a:lnTo>
                  <a:pt x="249248" y="12121"/>
                </a:lnTo>
                <a:lnTo>
                  <a:pt x="248392" y="11978"/>
                </a:lnTo>
                <a:lnTo>
                  <a:pt x="248250" y="11978"/>
                </a:lnTo>
                <a:lnTo>
                  <a:pt x="248535" y="11836"/>
                </a:lnTo>
                <a:lnTo>
                  <a:pt x="249105" y="11836"/>
                </a:lnTo>
                <a:lnTo>
                  <a:pt x="249248" y="11978"/>
                </a:lnTo>
                <a:lnTo>
                  <a:pt x="249248" y="12121"/>
                </a:lnTo>
                <a:lnTo>
                  <a:pt x="249818" y="11978"/>
                </a:lnTo>
                <a:lnTo>
                  <a:pt x="250246" y="11978"/>
                </a:lnTo>
                <a:lnTo>
                  <a:pt x="249390" y="11836"/>
                </a:lnTo>
                <a:lnTo>
                  <a:pt x="248962" y="11693"/>
                </a:lnTo>
                <a:lnTo>
                  <a:pt x="248535" y="11693"/>
                </a:lnTo>
                <a:lnTo>
                  <a:pt x="248107" y="11550"/>
                </a:lnTo>
                <a:lnTo>
                  <a:pt x="248962" y="11550"/>
                </a:lnTo>
                <a:lnTo>
                  <a:pt x="248392" y="11408"/>
                </a:lnTo>
                <a:lnTo>
                  <a:pt x="247679" y="11265"/>
                </a:lnTo>
                <a:lnTo>
                  <a:pt x="247964" y="11265"/>
                </a:lnTo>
                <a:lnTo>
                  <a:pt x="248107" y="11123"/>
                </a:lnTo>
                <a:lnTo>
                  <a:pt x="248107" y="10980"/>
                </a:lnTo>
                <a:lnTo>
                  <a:pt x="247964" y="10837"/>
                </a:lnTo>
                <a:lnTo>
                  <a:pt x="247822" y="10695"/>
                </a:lnTo>
                <a:lnTo>
                  <a:pt x="247964" y="10695"/>
                </a:lnTo>
                <a:lnTo>
                  <a:pt x="249105" y="10410"/>
                </a:lnTo>
                <a:close/>
                <a:moveTo>
                  <a:pt x="261083" y="15828"/>
                </a:moveTo>
                <a:lnTo>
                  <a:pt x="261225" y="15971"/>
                </a:lnTo>
                <a:lnTo>
                  <a:pt x="260797" y="15828"/>
                </a:lnTo>
                <a:close/>
                <a:moveTo>
                  <a:pt x="12834" y="15971"/>
                </a:moveTo>
                <a:lnTo>
                  <a:pt x="12549" y="16113"/>
                </a:lnTo>
                <a:lnTo>
                  <a:pt x="12549" y="15971"/>
                </a:lnTo>
                <a:close/>
                <a:moveTo>
                  <a:pt x="88549" y="15971"/>
                </a:moveTo>
                <a:lnTo>
                  <a:pt x="87979" y="16113"/>
                </a:lnTo>
                <a:lnTo>
                  <a:pt x="88264" y="15971"/>
                </a:lnTo>
                <a:close/>
                <a:moveTo>
                  <a:pt x="248962" y="15971"/>
                </a:moveTo>
                <a:lnTo>
                  <a:pt x="248962" y="16113"/>
                </a:lnTo>
                <a:lnTo>
                  <a:pt x="248535" y="16113"/>
                </a:lnTo>
                <a:lnTo>
                  <a:pt x="248392" y="15971"/>
                </a:lnTo>
                <a:close/>
                <a:moveTo>
                  <a:pt x="253953" y="15828"/>
                </a:moveTo>
                <a:lnTo>
                  <a:pt x="253668" y="15971"/>
                </a:lnTo>
                <a:lnTo>
                  <a:pt x="253811" y="15971"/>
                </a:lnTo>
                <a:lnTo>
                  <a:pt x="253668" y="16113"/>
                </a:lnTo>
                <a:lnTo>
                  <a:pt x="253668" y="15971"/>
                </a:lnTo>
                <a:lnTo>
                  <a:pt x="253240" y="15828"/>
                </a:lnTo>
                <a:close/>
                <a:moveTo>
                  <a:pt x="255379" y="15971"/>
                </a:moveTo>
                <a:lnTo>
                  <a:pt x="256092" y="16113"/>
                </a:lnTo>
                <a:lnTo>
                  <a:pt x="255236" y="16113"/>
                </a:lnTo>
                <a:lnTo>
                  <a:pt x="255094" y="15971"/>
                </a:lnTo>
                <a:close/>
                <a:moveTo>
                  <a:pt x="257518" y="15971"/>
                </a:moveTo>
                <a:lnTo>
                  <a:pt x="257233" y="16113"/>
                </a:lnTo>
                <a:lnTo>
                  <a:pt x="257233" y="15971"/>
                </a:lnTo>
                <a:close/>
                <a:moveTo>
                  <a:pt x="259514" y="15543"/>
                </a:moveTo>
                <a:lnTo>
                  <a:pt x="259372" y="15685"/>
                </a:lnTo>
                <a:lnTo>
                  <a:pt x="259372" y="15828"/>
                </a:lnTo>
                <a:lnTo>
                  <a:pt x="259229" y="15828"/>
                </a:lnTo>
                <a:lnTo>
                  <a:pt x="259372" y="15971"/>
                </a:lnTo>
                <a:lnTo>
                  <a:pt x="259086" y="16113"/>
                </a:lnTo>
                <a:lnTo>
                  <a:pt x="258944" y="15971"/>
                </a:lnTo>
                <a:lnTo>
                  <a:pt x="259229" y="15828"/>
                </a:lnTo>
                <a:lnTo>
                  <a:pt x="258944" y="15828"/>
                </a:lnTo>
                <a:lnTo>
                  <a:pt x="258944" y="15685"/>
                </a:lnTo>
                <a:lnTo>
                  <a:pt x="259229" y="15685"/>
                </a:lnTo>
                <a:lnTo>
                  <a:pt x="259229" y="15543"/>
                </a:lnTo>
                <a:close/>
                <a:moveTo>
                  <a:pt x="260370" y="15971"/>
                </a:moveTo>
                <a:lnTo>
                  <a:pt x="260655" y="16113"/>
                </a:lnTo>
                <a:lnTo>
                  <a:pt x="260512" y="16113"/>
                </a:lnTo>
                <a:lnTo>
                  <a:pt x="260370" y="15971"/>
                </a:lnTo>
                <a:close/>
                <a:moveTo>
                  <a:pt x="249961" y="15685"/>
                </a:moveTo>
                <a:lnTo>
                  <a:pt x="249961" y="15828"/>
                </a:lnTo>
                <a:lnTo>
                  <a:pt x="249961" y="15971"/>
                </a:lnTo>
                <a:lnTo>
                  <a:pt x="250103" y="15971"/>
                </a:lnTo>
                <a:lnTo>
                  <a:pt x="250674" y="16256"/>
                </a:lnTo>
                <a:lnTo>
                  <a:pt x="249961" y="16256"/>
                </a:lnTo>
                <a:lnTo>
                  <a:pt x="249533" y="15971"/>
                </a:lnTo>
                <a:lnTo>
                  <a:pt x="249961" y="15971"/>
                </a:lnTo>
                <a:lnTo>
                  <a:pt x="249675" y="15828"/>
                </a:lnTo>
                <a:lnTo>
                  <a:pt x="249961" y="15828"/>
                </a:lnTo>
                <a:lnTo>
                  <a:pt x="249675" y="15685"/>
                </a:lnTo>
                <a:close/>
                <a:moveTo>
                  <a:pt x="250816" y="15543"/>
                </a:moveTo>
                <a:lnTo>
                  <a:pt x="251529" y="15685"/>
                </a:lnTo>
                <a:lnTo>
                  <a:pt x="251814" y="15685"/>
                </a:lnTo>
                <a:lnTo>
                  <a:pt x="251814" y="15828"/>
                </a:lnTo>
                <a:lnTo>
                  <a:pt x="252670" y="16256"/>
                </a:lnTo>
                <a:lnTo>
                  <a:pt x="252527" y="16256"/>
                </a:lnTo>
                <a:lnTo>
                  <a:pt x="250959" y="15971"/>
                </a:lnTo>
                <a:lnTo>
                  <a:pt x="251387" y="15971"/>
                </a:lnTo>
                <a:lnTo>
                  <a:pt x="251529" y="15828"/>
                </a:lnTo>
                <a:lnTo>
                  <a:pt x="250816" y="15543"/>
                </a:lnTo>
                <a:close/>
                <a:moveTo>
                  <a:pt x="261368" y="16256"/>
                </a:moveTo>
                <a:lnTo>
                  <a:pt x="261510" y="16398"/>
                </a:lnTo>
                <a:lnTo>
                  <a:pt x="261225" y="16256"/>
                </a:lnTo>
                <a:close/>
                <a:moveTo>
                  <a:pt x="10410" y="16256"/>
                </a:moveTo>
                <a:lnTo>
                  <a:pt x="10552" y="16398"/>
                </a:lnTo>
                <a:lnTo>
                  <a:pt x="10125" y="16398"/>
                </a:lnTo>
                <a:lnTo>
                  <a:pt x="10267" y="16256"/>
                </a:lnTo>
                <a:close/>
                <a:moveTo>
                  <a:pt x="11408" y="16113"/>
                </a:moveTo>
                <a:lnTo>
                  <a:pt x="11408" y="16256"/>
                </a:lnTo>
                <a:lnTo>
                  <a:pt x="11265" y="16398"/>
                </a:lnTo>
                <a:lnTo>
                  <a:pt x="10837" y="16398"/>
                </a:lnTo>
                <a:lnTo>
                  <a:pt x="10837" y="16256"/>
                </a:lnTo>
                <a:lnTo>
                  <a:pt x="10980" y="16256"/>
                </a:lnTo>
                <a:lnTo>
                  <a:pt x="11408" y="16113"/>
                </a:lnTo>
                <a:close/>
                <a:moveTo>
                  <a:pt x="257090" y="16256"/>
                </a:moveTo>
                <a:lnTo>
                  <a:pt x="257233" y="16398"/>
                </a:lnTo>
                <a:lnTo>
                  <a:pt x="256948" y="16398"/>
                </a:lnTo>
                <a:lnTo>
                  <a:pt x="256805" y="16256"/>
                </a:lnTo>
                <a:close/>
                <a:moveTo>
                  <a:pt x="257946" y="16113"/>
                </a:moveTo>
                <a:lnTo>
                  <a:pt x="257803" y="16256"/>
                </a:lnTo>
                <a:lnTo>
                  <a:pt x="258231" y="16256"/>
                </a:lnTo>
                <a:lnTo>
                  <a:pt x="258659" y="16398"/>
                </a:lnTo>
                <a:lnTo>
                  <a:pt x="257660" y="16398"/>
                </a:lnTo>
                <a:lnTo>
                  <a:pt x="257518" y="16256"/>
                </a:lnTo>
                <a:lnTo>
                  <a:pt x="257946" y="16113"/>
                </a:lnTo>
                <a:close/>
                <a:moveTo>
                  <a:pt x="88977" y="16398"/>
                </a:moveTo>
                <a:lnTo>
                  <a:pt x="89119" y="16541"/>
                </a:lnTo>
                <a:lnTo>
                  <a:pt x="88977" y="16541"/>
                </a:lnTo>
                <a:lnTo>
                  <a:pt x="88977" y="16398"/>
                </a:lnTo>
                <a:close/>
                <a:moveTo>
                  <a:pt x="251387" y="16256"/>
                </a:moveTo>
                <a:lnTo>
                  <a:pt x="251672" y="16541"/>
                </a:lnTo>
                <a:lnTo>
                  <a:pt x="250959" y="16398"/>
                </a:lnTo>
                <a:lnTo>
                  <a:pt x="251387" y="16256"/>
                </a:lnTo>
                <a:close/>
                <a:moveTo>
                  <a:pt x="252670" y="16398"/>
                </a:moveTo>
                <a:lnTo>
                  <a:pt x="253098" y="16541"/>
                </a:lnTo>
                <a:lnTo>
                  <a:pt x="252385" y="16541"/>
                </a:lnTo>
                <a:lnTo>
                  <a:pt x="252385" y="16398"/>
                </a:lnTo>
                <a:close/>
                <a:moveTo>
                  <a:pt x="254096" y="16113"/>
                </a:moveTo>
                <a:lnTo>
                  <a:pt x="255094" y="16398"/>
                </a:lnTo>
                <a:lnTo>
                  <a:pt x="254809" y="16541"/>
                </a:lnTo>
                <a:lnTo>
                  <a:pt x="253953" y="16541"/>
                </a:lnTo>
                <a:lnTo>
                  <a:pt x="253098" y="16398"/>
                </a:lnTo>
                <a:lnTo>
                  <a:pt x="253525" y="16398"/>
                </a:lnTo>
                <a:lnTo>
                  <a:pt x="253811" y="16256"/>
                </a:lnTo>
                <a:lnTo>
                  <a:pt x="253953" y="16113"/>
                </a:lnTo>
                <a:close/>
                <a:moveTo>
                  <a:pt x="83701" y="16256"/>
                </a:moveTo>
                <a:lnTo>
                  <a:pt x="84271" y="16398"/>
                </a:lnTo>
                <a:lnTo>
                  <a:pt x="84271" y="16541"/>
                </a:lnTo>
                <a:lnTo>
                  <a:pt x="83986" y="16683"/>
                </a:lnTo>
                <a:lnTo>
                  <a:pt x="83273" y="16541"/>
                </a:lnTo>
                <a:lnTo>
                  <a:pt x="82230" y="16657"/>
                </a:lnTo>
                <a:lnTo>
                  <a:pt x="83701" y="16256"/>
                </a:lnTo>
                <a:close/>
                <a:moveTo>
                  <a:pt x="243401" y="16455"/>
                </a:moveTo>
                <a:lnTo>
                  <a:pt x="243401" y="16541"/>
                </a:lnTo>
                <a:lnTo>
                  <a:pt x="243116" y="16541"/>
                </a:lnTo>
                <a:lnTo>
                  <a:pt x="243116" y="16683"/>
                </a:lnTo>
                <a:lnTo>
                  <a:pt x="243259" y="16683"/>
                </a:lnTo>
                <a:lnTo>
                  <a:pt x="244114" y="16541"/>
                </a:lnTo>
                <a:lnTo>
                  <a:pt x="243771" y="16472"/>
                </a:lnTo>
                <a:lnTo>
                  <a:pt x="243771" y="16472"/>
                </a:lnTo>
                <a:lnTo>
                  <a:pt x="243401" y="16455"/>
                </a:lnTo>
                <a:close/>
                <a:moveTo>
                  <a:pt x="82703" y="16683"/>
                </a:moveTo>
                <a:lnTo>
                  <a:pt x="82845" y="16826"/>
                </a:lnTo>
                <a:lnTo>
                  <a:pt x="82845" y="16826"/>
                </a:lnTo>
                <a:lnTo>
                  <a:pt x="82560" y="16683"/>
                </a:lnTo>
                <a:close/>
                <a:moveTo>
                  <a:pt x="6275" y="16826"/>
                </a:moveTo>
                <a:lnTo>
                  <a:pt x="5847" y="16969"/>
                </a:lnTo>
                <a:lnTo>
                  <a:pt x="5704" y="16826"/>
                </a:lnTo>
                <a:close/>
                <a:moveTo>
                  <a:pt x="255807" y="16826"/>
                </a:moveTo>
                <a:lnTo>
                  <a:pt x="255949" y="16969"/>
                </a:lnTo>
                <a:lnTo>
                  <a:pt x="255664" y="16826"/>
                </a:lnTo>
                <a:close/>
                <a:moveTo>
                  <a:pt x="259086" y="16826"/>
                </a:moveTo>
                <a:lnTo>
                  <a:pt x="259229" y="16969"/>
                </a:lnTo>
                <a:lnTo>
                  <a:pt x="258944" y="16969"/>
                </a:lnTo>
                <a:lnTo>
                  <a:pt x="258801" y="16826"/>
                </a:lnTo>
                <a:close/>
                <a:moveTo>
                  <a:pt x="261083" y="16826"/>
                </a:moveTo>
                <a:lnTo>
                  <a:pt x="261083" y="16969"/>
                </a:lnTo>
                <a:lnTo>
                  <a:pt x="259657" y="16969"/>
                </a:lnTo>
                <a:lnTo>
                  <a:pt x="260512" y="16826"/>
                </a:lnTo>
                <a:close/>
                <a:moveTo>
                  <a:pt x="261938" y="16826"/>
                </a:moveTo>
                <a:lnTo>
                  <a:pt x="262366" y="16969"/>
                </a:lnTo>
                <a:lnTo>
                  <a:pt x="261510" y="16969"/>
                </a:lnTo>
                <a:lnTo>
                  <a:pt x="261938" y="16826"/>
                </a:lnTo>
                <a:close/>
                <a:moveTo>
                  <a:pt x="262223" y="16683"/>
                </a:moveTo>
                <a:lnTo>
                  <a:pt x="262651" y="16826"/>
                </a:lnTo>
                <a:lnTo>
                  <a:pt x="263079" y="16826"/>
                </a:lnTo>
                <a:lnTo>
                  <a:pt x="262794" y="16969"/>
                </a:lnTo>
                <a:lnTo>
                  <a:pt x="262509" y="16969"/>
                </a:lnTo>
                <a:lnTo>
                  <a:pt x="262366" y="16826"/>
                </a:lnTo>
                <a:lnTo>
                  <a:pt x="262223" y="16683"/>
                </a:lnTo>
                <a:close/>
                <a:moveTo>
                  <a:pt x="265360" y="16826"/>
                </a:moveTo>
                <a:lnTo>
                  <a:pt x="265788" y="16969"/>
                </a:lnTo>
                <a:lnTo>
                  <a:pt x="265360" y="16969"/>
                </a:lnTo>
                <a:lnTo>
                  <a:pt x="265360" y="16826"/>
                </a:lnTo>
                <a:close/>
                <a:moveTo>
                  <a:pt x="6417" y="16969"/>
                </a:moveTo>
                <a:lnTo>
                  <a:pt x="5847" y="17111"/>
                </a:lnTo>
                <a:lnTo>
                  <a:pt x="6132" y="16969"/>
                </a:lnTo>
                <a:close/>
                <a:moveTo>
                  <a:pt x="79281" y="16969"/>
                </a:moveTo>
                <a:lnTo>
                  <a:pt x="79281" y="17111"/>
                </a:lnTo>
                <a:lnTo>
                  <a:pt x="78568" y="17111"/>
                </a:lnTo>
                <a:lnTo>
                  <a:pt x="78995" y="16969"/>
                </a:lnTo>
                <a:close/>
                <a:moveTo>
                  <a:pt x="257233" y="16826"/>
                </a:moveTo>
                <a:lnTo>
                  <a:pt x="258231" y="16969"/>
                </a:lnTo>
                <a:lnTo>
                  <a:pt x="258373" y="16969"/>
                </a:lnTo>
                <a:lnTo>
                  <a:pt x="258373" y="17111"/>
                </a:lnTo>
                <a:lnTo>
                  <a:pt x="257946" y="17111"/>
                </a:lnTo>
                <a:lnTo>
                  <a:pt x="256662" y="16969"/>
                </a:lnTo>
                <a:lnTo>
                  <a:pt x="257660" y="16969"/>
                </a:lnTo>
                <a:lnTo>
                  <a:pt x="257233" y="16826"/>
                </a:lnTo>
                <a:close/>
                <a:moveTo>
                  <a:pt x="83416" y="17111"/>
                </a:moveTo>
                <a:lnTo>
                  <a:pt x="82845" y="17254"/>
                </a:lnTo>
                <a:lnTo>
                  <a:pt x="82845" y="17254"/>
                </a:lnTo>
                <a:lnTo>
                  <a:pt x="83131" y="17111"/>
                </a:lnTo>
                <a:close/>
                <a:moveTo>
                  <a:pt x="83986" y="17111"/>
                </a:moveTo>
                <a:lnTo>
                  <a:pt x="84129" y="17254"/>
                </a:lnTo>
                <a:lnTo>
                  <a:pt x="83843" y="17254"/>
                </a:lnTo>
                <a:lnTo>
                  <a:pt x="83558" y="17111"/>
                </a:lnTo>
                <a:close/>
                <a:moveTo>
                  <a:pt x="259514" y="17111"/>
                </a:moveTo>
                <a:lnTo>
                  <a:pt x="258944" y="17254"/>
                </a:lnTo>
                <a:lnTo>
                  <a:pt x="258944" y="17111"/>
                </a:lnTo>
                <a:close/>
                <a:moveTo>
                  <a:pt x="259514" y="17111"/>
                </a:moveTo>
                <a:lnTo>
                  <a:pt x="259942" y="17254"/>
                </a:lnTo>
                <a:lnTo>
                  <a:pt x="259799" y="17254"/>
                </a:lnTo>
                <a:lnTo>
                  <a:pt x="259514" y="17111"/>
                </a:lnTo>
                <a:close/>
                <a:moveTo>
                  <a:pt x="78853" y="17254"/>
                </a:moveTo>
                <a:lnTo>
                  <a:pt x="78853" y="17396"/>
                </a:lnTo>
                <a:lnTo>
                  <a:pt x="78710" y="17254"/>
                </a:lnTo>
                <a:close/>
                <a:moveTo>
                  <a:pt x="81990" y="17111"/>
                </a:moveTo>
                <a:lnTo>
                  <a:pt x="81847" y="17254"/>
                </a:lnTo>
                <a:lnTo>
                  <a:pt x="81277" y="17254"/>
                </a:lnTo>
                <a:lnTo>
                  <a:pt x="81134" y="17396"/>
                </a:lnTo>
                <a:lnTo>
                  <a:pt x="80992" y="17254"/>
                </a:lnTo>
                <a:lnTo>
                  <a:pt x="81134" y="17254"/>
                </a:lnTo>
                <a:lnTo>
                  <a:pt x="81419" y="17111"/>
                </a:lnTo>
                <a:close/>
                <a:moveTo>
                  <a:pt x="9269" y="17539"/>
                </a:moveTo>
                <a:lnTo>
                  <a:pt x="9269" y="17682"/>
                </a:lnTo>
                <a:lnTo>
                  <a:pt x="8699" y="17682"/>
                </a:lnTo>
                <a:lnTo>
                  <a:pt x="9126" y="17539"/>
                </a:lnTo>
                <a:close/>
                <a:moveTo>
                  <a:pt x="67588" y="17539"/>
                </a:moveTo>
                <a:lnTo>
                  <a:pt x="66305" y="17682"/>
                </a:lnTo>
                <a:lnTo>
                  <a:pt x="66162" y="17682"/>
                </a:lnTo>
                <a:lnTo>
                  <a:pt x="67588" y="17539"/>
                </a:lnTo>
                <a:close/>
                <a:moveTo>
                  <a:pt x="80279" y="17539"/>
                </a:moveTo>
                <a:lnTo>
                  <a:pt x="80421" y="17682"/>
                </a:lnTo>
                <a:lnTo>
                  <a:pt x="80136" y="17682"/>
                </a:lnTo>
                <a:lnTo>
                  <a:pt x="79994" y="17539"/>
                </a:lnTo>
                <a:close/>
                <a:moveTo>
                  <a:pt x="81617" y="17638"/>
                </a:moveTo>
                <a:lnTo>
                  <a:pt x="81248" y="17682"/>
                </a:lnTo>
                <a:lnTo>
                  <a:pt x="81705" y="17682"/>
                </a:lnTo>
                <a:lnTo>
                  <a:pt x="81617" y="17638"/>
                </a:lnTo>
                <a:close/>
                <a:moveTo>
                  <a:pt x="65022" y="17682"/>
                </a:moveTo>
                <a:lnTo>
                  <a:pt x="65022" y="17824"/>
                </a:lnTo>
                <a:lnTo>
                  <a:pt x="64879" y="17682"/>
                </a:lnTo>
                <a:close/>
                <a:moveTo>
                  <a:pt x="263564" y="17558"/>
                </a:moveTo>
                <a:lnTo>
                  <a:pt x="263934" y="17682"/>
                </a:lnTo>
                <a:lnTo>
                  <a:pt x="264790" y="17824"/>
                </a:lnTo>
                <a:lnTo>
                  <a:pt x="266358" y="17824"/>
                </a:lnTo>
                <a:lnTo>
                  <a:pt x="265788" y="17682"/>
                </a:lnTo>
                <a:lnTo>
                  <a:pt x="265788" y="17682"/>
                </a:lnTo>
                <a:lnTo>
                  <a:pt x="263564" y="17558"/>
                </a:lnTo>
                <a:close/>
                <a:moveTo>
                  <a:pt x="267147" y="17757"/>
                </a:moveTo>
                <a:lnTo>
                  <a:pt x="267214" y="17824"/>
                </a:lnTo>
                <a:lnTo>
                  <a:pt x="267214" y="17761"/>
                </a:lnTo>
                <a:lnTo>
                  <a:pt x="267214" y="17761"/>
                </a:lnTo>
                <a:lnTo>
                  <a:pt x="267147" y="17757"/>
                </a:lnTo>
                <a:close/>
                <a:moveTo>
                  <a:pt x="55183" y="17824"/>
                </a:moveTo>
                <a:lnTo>
                  <a:pt x="55468" y="17967"/>
                </a:lnTo>
                <a:lnTo>
                  <a:pt x="54755" y="17967"/>
                </a:lnTo>
                <a:lnTo>
                  <a:pt x="55183" y="17824"/>
                </a:lnTo>
                <a:close/>
                <a:moveTo>
                  <a:pt x="59175" y="17682"/>
                </a:moveTo>
                <a:lnTo>
                  <a:pt x="58462" y="17967"/>
                </a:lnTo>
                <a:lnTo>
                  <a:pt x="57892" y="17967"/>
                </a:lnTo>
                <a:lnTo>
                  <a:pt x="57892" y="17824"/>
                </a:lnTo>
                <a:lnTo>
                  <a:pt x="58748" y="17682"/>
                </a:lnTo>
                <a:close/>
                <a:moveTo>
                  <a:pt x="72151" y="17682"/>
                </a:moveTo>
                <a:lnTo>
                  <a:pt x="72579" y="17824"/>
                </a:lnTo>
                <a:lnTo>
                  <a:pt x="71723" y="17967"/>
                </a:lnTo>
                <a:lnTo>
                  <a:pt x="72009" y="17824"/>
                </a:lnTo>
                <a:lnTo>
                  <a:pt x="72151" y="17682"/>
                </a:lnTo>
                <a:close/>
                <a:moveTo>
                  <a:pt x="79994" y="17831"/>
                </a:moveTo>
                <a:lnTo>
                  <a:pt x="79662" y="17870"/>
                </a:lnTo>
                <a:lnTo>
                  <a:pt x="79662" y="17870"/>
                </a:lnTo>
                <a:lnTo>
                  <a:pt x="79566" y="17967"/>
                </a:lnTo>
                <a:lnTo>
                  <a:pt x="79994" y="17967"/>
                </a:lnTo>
                <a:lnTo>
                  <a:pt x="79994" y="17831"/>
                </a:lnTo>
                <a:close/>
                <a:moveTo>
                  <a:pt x="8271" y="17824"/>
                </a:moveTo>
                <a:lnTo>
                  <a:pt x="8271" y="17967"/>
                </a:lnTo>
                <a:lnTo>
                  <a:pt x="7558" y="18109"/>
                </a:lnTo>
                <a:lnTo>
                  <a:pt x="6845" y="17967"/>
                </a:lnTo>
                <a:lnTo>
                  <a:pt x="8128" y="17824"/>
                </a:lnTo>
                <a:close/>
                <a:moveTo>
                  <a:pt x="9126" y="17967"/>
                </a:moveTo>
                <a:lnTo>
                  <a:pt x="8984" y="18109"/>
                </a:lnTo>
                <a:lnTo>
                  <a:pt x="8556" y="18109"/>
                </a:lnTo>
                <a:lnTo>
                  <a:pt x="8556" y="17967"/>
                </a:lnTo>
                <a:close/>
                <a:moveTo>
                  <a:pt x="64736" y="17824"/>
                </a:moveTo>
                <a:lnTo>
                  <a:pt x="64451" y="17967"/>
                </a:lnTo>
                <a:lnTo>
                  <a:pt x="64023" y="18109"/>
                </a:lnTo>
                <a:lnTo>
                  <a:pt x="62740" y="18109"/>
                </a:lnTo>
                <a:lnTo>
                  <a:pt x="63738" y="17967"/>
                </a:lnTo>
                <a:lnTo>
                  <a:pt x="64736" y="17824"/>
                </a:lnTo>
                <a:close/>
                <a:moveTo>
                  <a:pt x="53472" y="18109"/>
                </a:moveTo>
                <a:lnTo>
                  <a:pt x="52901" y="18252"/>
                </a:lnTo>
                <a:lnTo>
                  <a:pt x="52901" y="18109"/>
                </a:lnTo>
                <a:close/>
                <a:moveTo>
                  <a:pt x="75003" y="18109"/>
                </a:moveTo>
                <a:lnTo>
                  <a:pt x="75431" y="18252"/>
                </a:lnTo>
                <a:lnTo>
                  <a:pt x="75145" y="18252"/>
                </a:lnTo>
                <a:lnTo>
                  <a:pt x="75003" y="18109"/>
                </a:lnTo>
                <a:close/>
                <a:moveTo>
                  <a:pt x="76590" y="18243"/>
                </a:moveTo>
                <a:lnTo>
                  <a:pt x="76560" y="18246"/>
                </a:lnTo>
                <a:lnTo>
                  <a:pt x="76560" y="18246"/>
                </a:lnTo>
                <a:lnTo>
                  <a:pt x="76571" y="18252"/>
                </a:lnTo>
                <a:lnTo>
                  <a:pt x="76590" y="18243"/>
                </a:lnTo>
                <a:close/>
                <a:moveTo>
                  <a:pt x="79138" y="17933"/>
                </a:moveTo>
                <a:lnTo>
                  <a:pt x="78853" y="17967"/>
                </a:lnTo>
                <a:lnTo>
                  <a:pt x="78568" y="18001"/>
                </a:lnTo>
                <a:lnTo>
                  <a:pt x="78568" y="18001"/>
                </a:lnTo>
                <a:lnTo>
                  <a:pt x="78568" y="18109"/>
                </a:lnTo>
                <a:lnTo>
                  <a:pt x="78140" y="18109"/>
                </a:lnTo>
                <a:lnTo>
                  <a:pt x="78568" y="18252"/>
                </a:lnTo>
                <a:lnTo>
                  <a:pt x="78853" y="18109"/>
                </a:lnTo>
                <a:lnTo>
                  <a:pt x="79138" y="17967"/>
                </a:lnTo>
                <a:lnTo>
                  <a:pt x="79138" y="17933"/>
                </a:lnTo>
                <a:close/>
                <a:moveTo>
                  <a:pt x="6702" y="18252"/>
                </a:moveTo>
                <a:lnTo>
                  <a:pt x="6275" y="18394"/>
                </a:lnTo>
                <a:lnTo>
                  <a:pt x="5989" y="18394"/>
                </a:lnTo>
                <a:lnTo>
                  <a:pt x="6702" y="18252"/>
                </a:lnTo>
                <a:close/>
                <a:moveTo>
                  <a:pt x="58462" y="18252"/>
                </a:moveTo>
                <a:lnTo>
                  <a:pt x="58605" y="18394"/>
                </a:lnTo>
                <a:lnTo>
                  <a:pt x="58035" y="18394"/>
                </a:lnTo>
                <a:lnTo>
                  <a:pt x="58462" y="18252"/>
                </a:lnTo>
                <a:close/>
                <a:moveTo>
                  <a:pt x="68729" y="17824"/>
                </a:moveTo>
                <a:lnTo>
                  <a:pt x="68301" y="17967"/>
                </a:lnTo>
                <a:lnTo>
                  <a:pt x="66162" y="18252"/>
                </a:lnTo>
                <a:lnTo>
                  <a:pt x="65449" y="18252"/>
                </a:lnTo>
                <a:lnTo>
                  <a:pt x="65449" y="18394"/>
                </a:lnTo>
                <a:lnTo>
                  <a:pt x="63881" y="18394"/>
                </a:lnTo>
                <a:lnTo>
                  <a:pt x="63738" y="18252"/>
                </a:lnTo>
                <a:lnTo>
                  <a:pt x="63881" y="18252"/>
                </a:lnTo>
                <a:lnTo>
                  <a:pt x="66448" y="17967"/>
                </a:lnTo>
                <a:lnTo>
                  <a:pt x="68729" y="17824"/>
                </a:lnTo>
                <a:close/>
                <a:moveTo>
                  <a:pt x="2995" y="18394"/>
                </a:moveTo>
                <a:lnTo>
                  <a:pt x="2891" y="18498"/>
                </a:lnTo>
                <a:lnTo>
                  <a:pt x="2891" y="18498"/>
                </a:lnTo>
                <a:lnTo>
                  <a:pt x="3375" y="18394"/>
                </a:lnTo>
                <a:close/>
                <a:moveTo>
                  <a:pt x="57892" y="18394"/>
                </a:moveTo>
                <a:lnTo>
                  <a:pt x="57322" y="18537"/>
                </a:lnTo>
                <a:lnTo>
                  <a:pt x="57322" y="18537"/>
                </a:lnTo>
                <a:lnTo>
                  <a:pt x="57607" y="18394"/>
                </a:lnTo>
                <a:close/>
                <a:moveTo>
                  <a:pt x="8128" y="18394"/>
                </a:moveTo>
                <a:lnTo>
                  <a:pt x="7843" y="18537"/>
                </a:lnTo>
                <a:lnTo>
                  <a:pt x="7558" y="18394"/>
                </a:lnTo>
                <a:close/>
                <a:moveTo>
                  <a:pt x="53614" y="18394"/>
                </a:moveTo>
                <a:lnTo>
                  <a:pt x="52759" y="18537"/>
                </a:lnTo>
                <a:lnTo>
                  <a:pt x="51903" y="18537"/>
                </a:lnTo>
                <a:lnTo>
                  <a:pt x="53472" y="18394"/>
                </a:lnTo>
                <a:close/>
                <a:moveTo>
                  <a:pt x="61029" y="18394"/>
                </a:moveTo>
                <a:lnTo>
                  <a:pt x="61029" y="18537"/>
                </a:lnTo>
                <a:lnTo>
                  <a:pt x="61599" y="18537"/>
                </a:lnTo>
                <a:lnTo>
                  <a:pt x="61172" y="18394"/>
                </a:lnTo>
                <a:close/>
                <a:moveTo>
                  <a:pt x="68586" y="18394"/>
                </a:moveTo>
                <a:lnTo>
                  <a:pt x="68729" y="18537"/>
                </a:lnTo>
                <a:lnTo>
                  <a:pt x="68301" y="18537"/>
                </a:lnTo>
                <a:lnTo>
                  <a:pt x="68586" y="18394"/>
                </a:lnTo>
                <a:close/>
                <a:moveTo>
                  <a:pt x="70725" y="18394"/>
                </a:moveTo>
                <a:lnTo>
                  <a:pt x="70725" y="18537"/>
                </a:lnTo>
                <a:lnTo>
                  <a:pt x="70583" y="18394"/>
                </a:lnTo>
                <a:close/>
                <a:moveTo>
                  <a:pt x="7700" y="18537"/>
                </a:moveTo>
                <a:lnTo>
                  <a:pt x="7415" y="18680"/>
                </a:lnTo>
                <a:lnTo>
                  <a:pt x="7273" y="18680"/>
                </a:lnTo>
                <a:lnTo>
                  <a:pt x="7700" y="18537"/>
                </a:lnTo>
                <a:close/>
                <a:moveTo>
                  <a:pt x="58748" y="18394"/>
                </a:moveTo>
                <a:lnTo>
                  <a:pt x="58177" y="18537"/>
                </a:lnTo>
                <a:lnTo>
                  <a:pt x="57464" y="18680"/>
                </a:lnTo>
                <a:lnTo>
                  <a:pt x="56894" y="18680"/>
                </a:lnTo>
                <a:lnTo>
                  <a:pt x="57322" y="18537"/>
                </a:lnTo>
                <a:lnTo>
                  <a:pt x="58748" y="18394"/>
                </a:lnTo>
                <a:close/>
                <a:moveTo>
                  <a:pt x="67588" y="18537"/>
                </a:moveTo>
                <a:lnTo>
                  <a:pt x="67303" y="18680"/>
                </a:lnTo>
                <a:lnTo>
                  <a:pt x="66875" y="18680"/>
                </a:lnTo>
                <a:lnTo>
                  <a:pt x="67303" y="18537"/>
                </a:lnTo>
                <a:close/>
                <a:moveTo>
                  <a:pt x="69299" y="18537"/>
                </a:moveTo>
                <a:lnTo>
                  <a:pt x="69157" y="18680"/>
                </a:lnTo>
                <a:lnTo>
                  <a:pt x="68872" y="18680"/>
                </a:lnTo>
                <a:lnTo>
                  <a:pt x="69299" y="18537"/>
                </a:lnTo>
                <a:close/>
                <a:moveTo>
                  <a:pt x="76001" y="18537"/>
                </a:moveTo>
                <a:lnTo>
                  <a:pt x="76001" y="18680"/>
                </a:lnTo>
                <a:lnTo>
                  <a:pt x="76286" y="18537"/>
                </a:lnTo>
                <a:close/>
                <a:moveTo>
                  <a:pt x="2891" y="18498"/>
                </a:moveTo>
                <a:lnTo>
                  <a:pt x="2710" y="18537"/>
                </a:lnTo>
                <a:lnTo>
                  <a:pt x="2425" y="18680"/>
                </a:lnTo>
                <a:lnTo>
                  <a:pt x="2710" y="18822"/>
                </a:lnTo>
                <a:lnTo>
                  <a:pt x="2852" y="18537"/>
                </a:lnTo>
                <a:lnTo>
                  <a:pt x="2891" y="18498"/>
                </a:lnTo>
                <a:close/>
                <a:moveTo>
                  <a:pt x="7986" y="18680"/>
                </a:moveTo>
                <a:lnTo>
                  <a:pt x="7843" y="18822"/>
                </a:lnTo>
                <a:lnTo>
                  <a:pt x="7415" y="18822"/>
                </a:lnTo>
                <a:lnTo>
                  <a:pt x="7986" y="18680"/>
                </a:lnTo>
                <a:close/>
                <a:moveTo>
                  <a:pt x="53329" y="18680"/>
                </a:moveTo>
                <a:lnTo>
                  <a:pt x="53329" y="18822"/>
                </a:lnTo>
                <a:lnTo>
                  <a:pt x="52474" y="18822"/>
                </a:lnTo>
                <a:lnTo>
                  <a:pt x="52616" y="18680"/>
                </a:lnTo>
                <a:close/>
                <a:moveTo>
                  <a:pt x="54755" y="18680"/>
                </a:moveTo>
                <a:lnTo>
                  <a:pt x="54898" y="18822"/>
                </a:lnTo>
                <a:lnTo>
                  <a:pt x="54327" y="18822"/>
                </a:lnTo>
                <a:lnTo>
                  <a:pt x="54613" y="18680"/>
                </a:lnTo>
                <a:close/>
                <a:moveTo>
                  <a:pt x="56324" y="18680"/>
                </a:moveTo>
                <a:lnTo>
                  <a:pt x="56181" y="18822"/>
                </a:lnTo>
                <a:lnTo>
                  <a:pt x="56038" y="18680"/>
                </a:lnTo>
                <a:close/>
                <a:moveTo>
                  <a:pt x="7986" y="18822"/>
                </a:moveTo>
                <a:lnTo>
                  <a:pt x="7843" y="18965"/>
                </a:lnTo>
                <a:lnTo>
                  <a:pt x="7700" y="18965"/>
                </a:lnTo>
                <a:lnTo>
                  <a:pt x="7986" y="18822"/>
                </a:lnTo>
                <a:close/>
                <a:moveTo>
                  <a:pt x="46628" y="18965"/>
                </a:moveTo>
                <a:lnTo>
                  <a:pt x="46342" y="19107"/>
                </a:lnTo>
                <a:lnTo>
                  <a:pt x="46057" y="18965"/>
                </a:lnTo>
                <a:close/>
                <a:moveTo>
                  <a:pt x="48053" y="18822"/>
                </a:moveTo>
                <a:lnTo>
                  <a:pt x="47626" y="18965"/>
                </a:lnTo>
                <a:lnTo>
                  <a:pt x="46913" y="19107"/>
                </a:lnTo>
                <a:lnTo>
                  <a:pt x="48053" y="18822"/>
                </a:lnTo>
                <a:close/>
                <a:moveTo>
                  <a:pt x="50905" y="18965"/>
                </a:moveTo>
                <a:lnTo>
                  <a:pt x="50620" y="19107"/>
                </a:lnTo>
                <a:lnTo>
                  <a:pt x="50477" y="18965"/>
                </a:lnTo>
                <a:close/>
                <a:moveTo>
                  <a:pt x="53044" y="19107"/>
                </a:moveTo>
                <a:lnTo>
                  <a:pt x="52474" y="19250"/>
                </a:lnTo>
                <a:lnTo>
                  <a:pt x="52474" y="19107"/>
                </a:lnTo>
                <a:close/>
                <a:moveTo>
                  <a:pt x="55896" y="19107"/>
                </a:moveTo>
                <a:lnTo>
                  <a:pt x="55753" y="19250"/>
                </a:lnTo>
                <a:lnTo>
                  <a:pt x="55326" y="19250"/>
                </a:lnTo>
                <a:lnTo>
                  <a:pt x="55611" y="19107"/>
                </a:lnTo>
                <a:close/>
                <a:moveTo>
                  <a:pt x="63596" y="18965"/>
                </a:moveTo>
                <a:lnTo>
                  <a:pt x="63738" y="19107"/>
                </a:lnTo>
                <a:lnTo>
                  <a:pt x="63453" y="19250"/>
                </a:lnTo>
                <a:lnTo>
                  <a:pt x="63025" y="19250"/>
                </a:lnTo>
                <a:lnTo>
                  <a:pt x="62883" y="19107"/>
                </a:lnTo>
                <a:lnTo>
                  <a:pt x="62883" y="18965"/>
                </a:lnTo>
                <a:close/>
                <a:moveTo>
                  <a:pt x="61599" y="19250"/>
                </a:moveTo>
                <a:lnTo>
                  <a:pt x="61518" y="19270"/>
                </a:lnTo>
                <a:lnTo>
                  <a:pt x="61518" y="19270"/>
                </a:lnTo>
                <a:lnTo>
                  <a:pt x="61742" y="19250"/>
                </a:lnTo>
                <a:close/>
                <a:moveTo>
                  <a:pt x="5989" y="18965"/>
                </a:moveTo>
                <a:lnTo>
                  <a:pt x="5419" y="19250"/>
                </a:lnTo>
                <a:lnTo>
                  <a:pt x="6132" y="19250"/>
                </a:lnTo>
                <a:lnTo>
                  <a:pt x="5704" y="19393"/>
                </a:lnTo>
                <a:lnTo>
                  <a:pt x="5276" y="19393"/>
                </a:lnTo>
                <a:lnTo>
                  <a:pt x="4278" y="19250"/>
                </a:lnTo>
                <a:lnTo>
                  <a:pt x="4849" y="19107"/>
                </a:lnTo>
                <a:lnTo>
                  <a:pt x="5276" y="19250"/>
                </a:lnTo>
                <a:lnTo>
                  <a:pt x="5419" y="19250"/>
                </a:lnTo>
                <a:lnTo>
                  <a:pt x="5704" y="18965"/>
                </a:lnTo>
                <a:close/>
                <a:moveTo>
                  <a:pt x="44203" y="18965"/>
                </a:moveTo>
                <a:lnTo>
                  <a:pt x="44061" y="19107"/>
                </a:lnTo>
                <a:lnTo>
                  <a:pt x="43776" y="19250"/>
                </a:lnTo>
                <a:lnTo>
                  <a:pt x="43348" y="19393"/>
                </a:lnTo>
                <a:lnTo>
                  <a:pt x="43205" y="19393"/>
                </a:lnTo>
                <a:lnTo>
                  <a:pt x="43205" y="19250"/>
                </a:lnTo>
                <a:lnTo>
                  <a:pt x="42635" y="19250"/>
                </a:lnTo>
                <a:lnTo>
                  <a:pt x="44061" y="18965"/>
                </a:lnTo>
                <a:close/>
                <a:moveTo>
                  <a:pt x="54042" y="18822"/>
                </a:moveTo>
                <a:lnTo>
                  <a:pt x="54470" y="19107"/>
                </a:lnTo>
                <a:lnTo>
                  <a:pt x="54470" y="19250"/>
                </a:lnTo>
                <a:lnTo>
                  <a:pt x="54185" y="19250"/>
                </a:lnTo>
                <a:lnTo>
                  <a:pt x="53329" y="19393"/>
                </a:lnTo>
                <a:lnTo>
                  <a:pt x="53614" y="19250"/>
                </a:lnTo>
                <a:lnTo>
                  <a:pt x="53757" y="18965"/>
                </a:lnTo>
                <a:lnTo>
                  <a:pt x="54042" y="18822"/>
                </a:lnTo>
                <a:close/>
                <a:moveTo>
                  <a:pt x="41352" y="19393"/>
                </a:moveTo>
                <a:lnTo>
                  <a:pt x="41352" y="19535"/>
                </a:lnTo>
                <a:lnTo>
                  <a:pt x="40781" y="19535"/>
                </a:lnTo>
                <a:lnTo>
                  <a:pt x="40924" y="19393"/>
                </a:lnTo>
                <a:close/>
                <a:moveTo>
                  <a:pt x="52189" y="19250"/>
                </a:moveTo>
                <a:lnTo>
                  <a:pt x="52046" y="19393"/>
                </a:lnTo>
                <a:lnTo>
                  <a:pt x="51618" y="19393"/>
                </a:lnTo>
                <a:lnTo>
                  <a:pt x="51048" y="19535"/>
                </a:lnTo>
                <a:lnTo>
                  <a:pt x="50620" y="19535"/>
                </a:lnTo>
                <a:lnTo>
                  <a:pt x="51048" y="19393"/>
                </a:lnTo>
                <a:lnTo>
                  <a:pt x="51761" y="19250"/>
                </a:lnTo>
                <a:close/>
                <a:moveTo>
                  <a:pt x="7986" y="19107"/>
                </a:moveTo>
                <a:lnTo>
                  <a:pt x="7843" y="19393"/>
                </a:lnTo>
                <a:lnTo>
                  <a:pt x="7273" y="19393"/>
                </a:lnTo>
                <a:lnTo>
                  <a:pt x="7415" y="19250"/>
                </a:lnTo>
                <a:lnTo>
                  <a:pt x="6560" y="19535"/>
                </a:lnTo>
                <a:lnTo>
                  <a:pt x="6845" y="19535"/>
                </a:lnTo>
                <a:lnTo>
                  <a:pt x="6560" y="19678"/>
                </a:lnTo>
                <a:lnTo>
                  <a:pt x="6560" y="19535"/>
                </a:lnTo>
                <a:lnTo>
                  <a:pt x="6560" y="19393"/>
                </a:lnTo>
                <a:lnTo>
                  <a:pt x="6702" y="19393"/>
                </a:lnTo>
                <a:lnTo>
                  <a:pt x="7415" y="19250"/>
                </a:lnTo>
                <a:lnTo>
                  <a:pt x="7986" y="19107"/>
                </a:lnTo>
                <a:close/>
                <a:moveTo>
                  <a:pt x="43776" y="19393"/>
                </a:moveTo>
                <a:lnTo>
                  <a:pt x="43633" y="19535"/>
                </a:lnTo>
                <a:lnTo>
                  <a:pt x="44203" y="19535"/>
                </a:lnTo>
                <a:lnTo>
                  <a:pt x="43348" y="19678"/>
                </a:lnTo>
                <a:lnTo>
                  <a:pt x="42920" y="19678"/>
                </a:lnTo>
                <a:lnTo>
                  <a:pt x="42920" y="19535"/>
                </a:lnTo>
                <a:lnTo>
                  <a:pt x="43063" y="19535"/>
                </a:lnTo>
                <a:lnTo>
                  <a:pt x="43776" y="19393"/>
                </a:lnTo>
                <a:close/>
                <a:moveTo>
                  <a:pt x="45772" y="19107"/>
                </a:moveTo>
                <a:lnTo>
                  <a:pt x="46485" y="19250"/>
                </a:lnTo>
                <a:lnTo>
                  <a:pt x="47340" y="19393"/>
                </a:lnTo>
                <a:lnTo>
                  <a:pt x="45915" y="19535"/>
                </a:lnTo>
                <a:lnTo>
                  <a:pt x="45202" y="19678"/>
                </a:lnTo>
                <a:lnTo>
                  <a:pt x="44631" y="19678"/>
                </a:lnTo>
                <a:lnTo>
                  <a:pt x="45202" y="19250"/>
                </a:lnTo>
                <a:lnTo>
                  <a:pt x="45772" y="19107"/>
                </a:lnTo>
                <a:close/>
                <a:moveTo>
                  <a:pt x="47340" y="19535"/>
                </a:moveTo>
                <a:lnTo>
                  <a:pt x="47198" y="19678"/>
                </a:lnTo>
                <a:lnTo>
                  <a:pt x="46913" y="19678"/>
                </a:lnTo>
                <a:lnTo>
                  <a:pt x="47340" y="19535"/>
                </a:lnTo>
                <a:close/>
                <a:moveTo>
                  <a:pt x="49907" y="19535"/>
                </a:moveTo>
                <a:lnTo>
                  <a:pt x="50192" y="19678"/>
                </a:lnTo>
                <a:lnTo>
                  <a:pt x="49622" y="19678"/>
                </a:lnTo>
                <a:lnTo>
                  <a:pt x="49764" y="19535"/>
                </a:lnTo>
                <a:close/>
                <a:moveTo>
                  <a:pt x="55040" y="19535"/>
                </a:moveTo>
                <a:lnTo>
                  <a:pt x="55183" y="19678"/>
                </a:lnTo>
                <a:lnTo>
                  <a:pt x="54898" y="19678"/>
                </a:lnTo>
                <a:lnTo>
                  <a:pt x="54755" y="19535"/>
                </a:lnTo>
                <a:close/>
                <a:moveTo>
                  <a:pt x="40068" y="19678"/>
                </a:moveTo>
                <a:lnTo>
                  <a:pt x="39070" y="19820"/>
                </a:lnTo>
                <a:lnTo>
                  <a:pt x="39070" y="19820"/>
                </a:lnTo>
                <a:lnTo>
                  <a:pt x="39498" y="19678"/>
                </a:lnTo>
                <a:close/>
                <a:moveTo>
                  <a:pt x="3708" y="19678"/>
                </a:moveTo>
                <a:lnTo>
                  <a:pt x="3423" y="19820"/>
                </a:lnTo>
                <a:lnTo>
                  <a:pt x="3138" y="19820"/>
                </a:lnTo>
                <a:lnTo>
                  <a:pt x="3708" y="19678"/>
                </a:lnTo>
                <a:close/>
                <a:moveTo>
                  <a:pt x="4421" y="19678"/>
                </a:moveTo>
                <a:lnTo>
                  <a:pt x="3993" y="19820"/>
                </a:lnTo>
                <a:lnTo>
                  <a:pt x="3851" y="19820"/>
                </a:lnTo>
                <a:lnTo>
                  <a:pt x="3851" y="19678"/>
                </a:lnTo>
                <a:close/>
                <a:moveTo>
                  <a:pt x="6132" y="19678"/>
                </a:moveTo>
                <a:lnTo>
                  <a:pt x="6132" y="19820"/>
                </a:lnTo>
                <a:lnTo>
                  <a:pt x="5989" y="19820"/>
                </a:lnTo>
                <a:lnTo>
                  <a:pt x="5989" y="19678"/>
                </a:lnTo>
                <a:close/>
                <a:moveTo>
                  <a:pt x="43633" y="19678"/>
                </a:moveTo>
                <a:lnTo>
                  <a:pt x="43348" y="19820"/>
                </a:lnTo>
                <a:lnTo>
                  <a:pt x="43205" y="19820"/>
                </a:lnTo>
                <a:lnTo>
                  <a:pt x="43633" y="19678"/>
                </a:lnTo>
                <a:close/>
                <a:moveTo>
                  <a:pt x="42778" y="19820"/>
                </a:moveTo>
                <a:lnTo>
                  <a:pt x="42635" y="19963"/>
                </a:lnTo>
                <a:lnTo>
                  <a:pt x="42521" y="19849"/>
                </a:lnTo>
                <a:lnTo>
                  <a:pt x="42521" y="19849"/>
                </a:lnTo>
                <a:lnTo>
                  <a:pt x="42065" y="19963"/>
                </a:lnTo>
                <a:lnTo>
                  <a:pt x="41637" y="19963"/>
                </a:lnTo>
                <a:lnTo>
                  <a:pt x="41352" y="19820"/>
                </a:lnTo>
                <a:lnTo>
                  <a:pt x="42492" y="19820"/>
                </a:lnTo>
                <a:lnTo>
                  <a:pt x="42521" y="19849"/>
                </a:lnTo>
                <a:lnTo>
                  <a:pt x="42521" y="19849"/>
                </a:lnTo>
                <a:lnTo>
                  <a:pt x="42635" y="19820"/>
                </a:lnTo>
                <a:close/>
                <a:moveTo>
                  <a:pt x="48500" y="19839"/>
                </a:moveTo>
                <a:lnTo>
                  <a:pt x="48459" y="19842"/>
                </a:lnTo>
                <a:lnTo>
                  <a:pt x="48459" y="19842"/>
                </a:lnTo>
                <a:lnTo>
                  <a:pt x="48339" y="19963"/>
                </a:lnTo>
                <a:lnTo>
                  <a:pt x="48624" y="19963"/>
                </a:lnTo>
                <a:lnTo>
                  <a:pt x="48500" y="19839"/>
                </a:lnTo>
                <a:close/>
                <a:moveTo>
                  <a:pt x="3138" y="19963"/>
                </a:moveTo>
                <a:lnTo>
                  <a:pt x="2567" y="20105"/>
                </a:lnTo>
                <a:lnTo>
                  <a:pt x="2567" y="20105"/>
                </a:lnTo>
                <a:lnTo>
                  <a:pt x="2852" y="19963"/>
                </a:lnTo>
                <a:close/>
                <a:moveTo>
                  <a:pt x="3138" y="19963"/>
                </a:moveTo>
                <a:lnTo>
                  <a:pt x="3138" y="20105"/>
                </a:lnTo>
                <a:lnTo>
                  <a:pt x="2710" y="20105"/>
                </a:lnTo>
                <a:lnTo>
                  <a:pt x="3138" y="19963"/>
                </a:lnTo>
                <a:close/>
                <a:moveTo>
                  <a:pt x="39498" y="19963"/>
                </a:moveTo>
                <a:lnTo>
                  <a:pt x="38928" y="20105"/>
                </a:lnTo>
                <a:lnTo>
                  <a:pt x="39498" y="20105"/>
                </a:lnTo>
                <a:lnTo>
                  <a:pt x="39498" y="19963"/>
                </a:lnTo>
                <a:close/>
                <a:moveTo>
                  <a:pt x="37359" y="19820"/>
                </a:moveTo>
                <a:lnTo>
                  <a:pt x="37217" y="19963"/>
                </a:lnTo>
                <a:lnTo>
                  <a:pt x="36646" y="20248"/>
                </a:lnTo>
                <a:lnTo>
                  <a:pt x="35933" y="20248"/>
                </a:lnTo>
                <a:lnTo>
                  <a:pt x="36646" y="20105"/>
                </a:lnTo>
                <a:lnTo>
                  <a:pt x="37359" y="19820"/>
                </a:lnTo>
                <a:close/>
                <a:moveTo>
                  <a:pt x="35220" y="20248"/>
                </a:moveTo>
                <a:lnTo>
                  <a:pt x="34793" y="20391"/>
                </a:lnTo>
                <a:lnTo>
                  <a:pt x="34793" y="20391"/>
                </a:lnTo>
                <a:lnTo>
                  <a:pt x="34935" y="20248"/>
                </a:lnTo>
                <a:close/>
                <a:moveTo>
                  <a:pt x="32511" y="20248"/>
                </a:moveTo>
                <a:lnTo>
                  <a:pt x="32654" y="20391"/>
                </a:lnTo>
                <a:lnTo>
                  <a:pt x="32511" y="20391"/>
                </a:lnTo>
                <a:lnTo>
                  <a:pt x="32511" y="20248"/>
                </a:lnTo>
                <a:close/>
                <a:moveTo>
                  <a:pt x="43348" y="20105"/>
                </a:moveTo>
                <a:lnTo>
                  <a:pt x="42920" y="20248"/>
                </a:lnTo>
                <a:lnTo>
                  <a:pt x="43491" y="20248"/>
                </a:lnTo>
                <a:lnTo>
                  <a:pt x="42920" y="20391"/>
                </a:lnTo>
                <a:lnTo>
                  <a:pt x="42920" y="20248"/>
                </a:lnTo>
                <a:lnTo>
                  <a:pt x="42920" y="20105"/>
                </a:lnTo>
                <a:close/>
                <a:moveTo>
                  <a:pt x="6560" y="19963"/>
                </a:moveTo>
                <a:lnTo>
                  <a:pt x="6417" y="20248"/>
                </a:lnTo>
                <a:lnTo>
                  <a:pt x="5562" y="20533"/>
                </a:lnTo>
                <a:lnTo>
                  <a:pt x="5134" y="20676"/>
                </a:lnTo>
                <a:lnTo>
                  <a:pt x="5134" y="20533"/>
                </a:lnTo>
                <a:lnTo>
                  <a:pt x="4706" y="20676"/>
                </a:lnTo>
                <a:lnTo>
                  <a:pt x="4564" y="20676"/>
                </a:lnTo>
                <a:lnTo>
                  <a:pt x="4706" y="20533"/>
                </a:lnTo>
                <a:lnTo>
                  <a:pt x="5419" y="20248"/>
                </a:lnTo>
                <a:lnTo>
                  <a:pt x="6417" y="19963"/>
                </a:lnTo>
                <a:close/>
                <a:moveTo>
                  <a:pt x="2710" y="20676"/>
                </a:moveTo>
                <a:lnTo>
                  <a:pt x="2539" y="20761"/>
                </a:lnTo>
                <a:lnTo>
                  <a:pt x="2539" y="20761"/>
                </a:lnTo>
                <a:lnTo>
                  <a:pt x="2763" y="20729"/>
                </a:lnTo>
                <a:lnTo>
                  <a:pt x="2763" y="20729"/>
                </a:lnTo>
                <a:lnTo>
                  <a:pt x="2710" y="20676"/>
                </a:lnTo>
                <a:close/>
                <a:moveTo>
                  <a:pt x="3423" y="20248"/>
                </a:moveTo>
                <a:lnTo>
                  <a:pt x="3138" y="20391"/>
                </a:lnTo>
                <a:lnTo>
                  <a:pt x="2852" y="20533"/>
                </a:lnTo>
                <a:lnTo>
                  <a:pt x="3280" y="20533"/>
                </a:lnTo>
                <a:lnTo>
                  <a:pt x="3138" y="20676"/>
                </a:lnTo>
                <a:lnTo>
                  <a:pt x="2763" y="20729"/>
                </a:lnTo>
                <a:lnTo>
                  <a:pt x="2763" y="20729"/>
                </a:lnTo>
                <a:lnTo>
                  <a:pt x="2852" y="20818"/>
                </a:lnTo>
                <a:lnTo>
                  <a:pt x="2425" y="20818"/>
                </a:lnTo>
                <a:lnTo>
                  <a:pt x="2539" y="20761"/>
                </a:lnTo>
                <a:lnTo>
                  <a:pt x="2539" y="20761"/>
                </a:lnTo>
                <a:lnTo>
                  <a:pt x="2139" y="20818"/>
                </a:lnTo>
                <a:lnTo>
                  <a:pt x="2282" y="20676"/>
                </a:lnTo>
                <a:lnTo>
                  <a:pt x="2425" y="20533"/>
                </a:lnTo>
                <a:lnTo>
                  <a:pt x="2425" y="20533"/>
                </a:lnTo>
                <a:lnTo>
                  <a:pt x="1854" y="20676"/>
                </a:lnTo>
                <a:lnTo>
                  <a:pt x="2139" y="20533"/>
                </a:lnTo>
                <a:lnTo>
                  <a:pt x="2852" y="20533"/>
                </a:lnTo>
                <a:lnTo>
                  <a:pt x="2852" y="20391"/>
                </a:lnTo>
                <a:lnTo>
                  <a:pt x="2995" y="20391"/>
                </a:lnTo>
                <a:lnTo>
                  <a:pt x="3423" y="20248"/>
                </a:lnTo>
                <a:close/>
                <a:moveTo>
                  <a:pt x="4991" y="20676"/>
                </a:moveTo>
                <a:lnTo>
                  <a:pt x="4706" y="20818"/>
                </a:lnTo>
                <a:lnTo>
                  <a:pt x="4849" y="20676"/>
                </a:lnTo>
                <a:close/>
                <a:moveTo>
                  <a:pt x="32226" y="20676"/>
                </a:moveTo>
                <a:lnTo>
                  <a:pt x="33224" y="20818"/>
                </a:lnTo>
                <a:lnTo>
                  <a:pt x="31370" y="20818"/>
                </a:lnTo>
                <a:lnTo>
                  <a:pt x="31798" y="20676"/>
                </a:lnTo>
                <a:close/>
                <a:moveTo>
                  <a:pt x="34935" y="20676"/>
                </a:moveTo>
                <a:lnTo>
                  <a:pt x="34935" y="20818"/>
                </a:lnTo>
                <a:lnTo>
                  <a:pt x="34222" y="20818"/>
                </a:lnTo>
                <a:lnTo>
                  <a:pt x="34935" y="20676"/>
                </a:lnTo>
                <a:close/>
                <a:moveTo>
                  <a:pt x="6560" y="21104"/>
                </a:moveTo>
                <a:lnTo>
                  <a:pt x="6275" y="21246"/>
                </a:lnTo>
                <a:lnTo>
                  <a:pt x="6988" y="21104"/>
                </a:lnTo>
                <a:close/>
                <a:moveTo>
                  <a:pt x="26237" y="21104"/>
                </a:moveTo>
                <a:lnTo>
                  <a:pt x="26237" y="21246"/>
                </a:lnTo>
                <a:lnTo>
                  <a:pt x="26095" y="21246"/>
                </a:lnTo>
                <a:lnTo>
                  <a:pt x="26237" y="21104"/>
                </a:lnTo>
                <a:close/>
                <a:moveTo>
                  <a:pt x="4564" y="20961"/>
                </a:moveTo>
                <a:lnTo>
                  <a:pt x="4564" y="21104"/>
                </a:lnTo>
                <a:lnTo>
                  <a:pt x="4136" y="21246"/>
                </a:lnTo>
                <a:lnTo>
                  <a:pt x="2995" y="21389"/>
                </a:lnTo>
                <a:lnTo>
                  <a:pt x="2995" y="21389"/>
                </a:lnTo>
                <a:lnTo>
                  <a:pt x="3708" y="21104"/>
                </a:lnTo>
                <a:lnTo>
                  <a:pt x="4136" y="20961"/>
                </a:lnTo>
                <a:close/>
                <a:moveTo>
                  <a:pt x="490" y="21226"/>
                </a:moveTo>
                <a:lnTo>
                  <a:pt x="286" y="21246"/>
                </a:lnTo>
                <a:lnTo>
                  <a:pt x="1" y="21246"/>
                </a:lnTo>
                <a:lnTo>
                  <a:pt x="96" y="21341"/>
                </a:lnTo>
                <a:lnTo>
                  <a:pt x="96" y="21341"/>
                </a:lnTo>
                <a:lnTo>
                  <a:pt x="1" y="21389"/>
                </a:lnTo>
                <a:lnTo>
                  <a:pt x="1" y="21389"/>
                </a:lnTo>
                <a:lnTo>
                  <a:pt x="108" y="21353"/>
                </a:lnTo>
                <a:lnTo>
                  <a:pt x="108" y="21353"/>
                </a:lnTo>
                <a:lnTo>
                  <a:pt x="143" y="21389"/>
                </a:lnTo>
                <a:lnTo>
                  <a:pt x="215" y="21317"/>
                </a:lnTo>
                <a:lnTo>
                  <a:pt x="215" y="21317"/>
                </a:lnTo>
                <a:lnTo>
                  <a:pt x="490" y="21226"/>
                </a:lnTo>
                <a:close/>
                <a:moveTo>
                  <a:pt x="2567" y="21389"/>
                </a:moveTo>
                <a:lnTo>
                  <a:pt x="2282" y="21531"/>
                </a:lnTo>
                <a:lnTo>
                  <a:pt x="1997" y="21531"/>
                </a:lnTo>
                <a:lnTo>
                  <a:pt x="2567" y="21389"/>
                </a:lnTo>
                <a:close/>
                <a:moveTo>
                  <a:pt x="25809" y="21389"/>
                </a:moveTo>
                <a:lnTo>
                  <a:pt x="25096" y="21531"/>
                </a:lnTo>
                <a:lnTo>
                  <a:pt x="24098" y="21389"/>
                </a:lnTo>
                <a:close/>
                <a:moveTo>
                  <a:pt x="22958" y="21531"/>
                </a:moveTo>
                <a:lnTo>
                  <a:pt x="22530" y="21674"/>
                </a:lnTo>
                <a:lnTo>
                  <a:pt x="22245" y="21531"/>
                </a:lnTo>
                <a:close/>
                <a:moveTo>
                  <a:pt x="31798" y="21531"/>
                </a:moveTo>
                <a:lnTo>
                  <a:pt x="31798" y="21674"/>
                </a:lnTo>
                <a:lnTo>
                  <a:pt x="31370" y="21674"/>
                </a:lnTo>
                <a:lnTo>
                  <a:pt x="31798" y="21531"/>
                </a:lnTo>
                <a:close/>
                <a:moveTo>
                  <a:pt x="24098" y="21531"/>
                </a:moveTo>
                <a:lnTo>
                  <a:pt x="22672" y="21817"/>
                </a:lnTo>
                <a:lnTo>
                  <a:pt x="21817" y="21817"/>
                </a:lnTo>
                <a:lnTo>
                  <a:pt x="22958" y="21674"/>
                </a:lnTo>
                <a:lnTo>
                  <a:pt x="24098" y="21531"/>
                </a:lnTo>
                <a:close/>
                <a:moveTo>
                  <a:pt x="5989" y="21817"/>
                </a:moveTo>
                <a:lnTo>
                  <a:pt x="5847" y="21837"/>
                </a:lnTo>
                <a:lnTo>
                  <a:pt x="5847" y="21837"/>
                </a:lnTo>
                <a:lnTo>
                  <a:pt x="5847" y="21959"/>
                </a:lnTo>
                <a:lnTo>
                  <a:pt x="5704" y="21959"/>
                </a:lnTo>
                <a:lnTo>
                  <a:pt x="5823" y="21840"/>
                </a:lnTo>
                <a:lnTo>
                  <a:pt x="5823" y="21840"/>
                </a:lnTo>
                <a:lnTo>
                  <a:pt x="4991" y="21959"/>
                </a:lnTo>
                <a:lnTo>
                  <a:pt x="5419" y="21817"/>
                </a:lnTo>
                <a:lnTo>
                  <a:pt x="5847" y="21817"/>
                </a:lnTo>
                <a:lnTo>
                  <a:pt x="5823" y="21840"/>
                </a:lnTo>
                <a:lnTo>
                  <a:pt x="5823" y="21840"/>
                </a:lnTo>
                <a:lnTo>
                  <a:pt x="5847" y="21837"/>
                </a:lnTo>
                <a:lnTo>
                  <a:pt x="5847" y="21837"/>
                </a:lnTo>
                <a:lnTo>
                  <a:pt x="5847" y="21817"/>
                </a:lnTo>
                <a:close/>
                <a:moveTo>
                  <a:pt x="7415" y="21817"/>
                </a:moveTo>
                <a:lnTo>
                  <a:pt x="7415" y="21959"/>
                </a:lnTo>
                <a:lnTo>
                  <a:pt x="6988" y="21959"/>
                </a:lnTo>
                <a:lnTo>
                  <a:pt x="7415" y="21817"/>
                </a:lnTo>
                <a:close/>
                <a:moveTo>
                  <a:pt x="19535" y="21959"/>
                </a:moveTo>
                <a:lnTo>
                  <a:pt x="19250" y="22102"/>
                </a:lnTo>
                <a:lnTo>
                  <a:pt x="19108" y="22102"/>
                </a:lnTo>
                <a:lnTo>
                  <a:pt x="19393" y="21959"/>
                </a:lnTo>
                <a:close/>
                <a:moveTo>
                  <a:pt x="6417" y="22102"/>
                </a:moveTo>
                <a:lnTo>
                  <a:pt x="6275" y="22244"/>
                </a:lnTo>
                <a:lnTo>
                  <a:pt x="5419" y="22244"/>
                </a:lnTo>
                <a:lnTo>
                  <a:pt x="6132" y="22102"/>
                </a:lnTo>
                <a:close/>
                <a:moveTo>
                  <a:pt x="25952" y="21674"/>
                </a:moveTo>
                <a:lnTo>
                  <a:pt x="25667" y="21817"/>
                </a:lnTo>
                <a:lnTo>
                  <a:pt x="24526" y="21959"/>
                </a:lnTo>
                <a:lnTo>
                  <a:pt x="21959" y="22244"/>
                </a:lnTo>
                <a:lnTo>
                  <a:pt x="22245" y="22102"/>
                </a:lnTo>
                <a:lnTo>
                  <a:pt x="22815" y="21959"/>
                </a:lnTo>
                <a:lnTo>
                  <a:pt x="24384" y="21674"/>
                </a:lnTo>
                <a:close/>
                <a:moveTo>
                  <a:pt x="25667" y="22102"/>
                </a:moveTo>
                <a:lnTo>
                  <a:pt x="25667" y="22244"/>
                </a:lnTo>
                <a:lnTo>
                  <a:pt x="25239" y="22102"/>
                </a:lnTo>
                <a:close/>
                <a:moveTo>
                  <a:pt x="7415" y="22102"/>
                </a:moveTo>
                <a:lnTo>
                  <a:pt x="7986" y="22244"/>
                </a:lnTo>
                <a:lnTo>
                  <a:pt x="8271" y="22387"/>
                </a:lnTo>
                <a:lnTo>
                  <a:pt x="8413" y="22529"/>
                </a:lnTo>
                <a:lnTo>
                  <a:pt x="7558" y="22529"/>
                </a:lnTo>
                <a:lnTo>
                  <a:pt x="7415" y="22387"/>
                </a:lnTo>
                <a:lnTo>
                  <a:pt x="7558" y="22244"/>
                </a:lnTo>
                <a:lnTo>
                  <a:pt x="7130" y="22244"/>
                </a:lnTo>
                <a:lnTo>
                  <a:pt x="7415" y="22102"/>
                </a:lnTo>
                <a:close/>
                <a:moveTo>
                  <a:pt x="25096" y="22387"/>
                </a:moveTo>
                <a:lnTo>
                  <a:pt x="24954" y="22529"/>
                </a:lnTo>
                <a:lnTo>
                  <a:pt x="25239" y="22387"/>
                </a:lnTo>
                <a:close/>
                <a:moveTo>
                  <a:pt x="25830" y="22407"/>
                </a:moveTo>
                <a:lnTo>
                  <a:pt x="25952" y="22529"/>
                </a:lnTo>
                <a:lnTo>
                  <a:pt x="26380" y="22529"/>
                </a:lnTo>
                <a:lnTo>
                  <a:pt x="25830" y="22407"/>
                </a:lnTo>
                <a:close/>
                <a:moveTo>
                  <a:pt x="7843" y="22672"/>
                </a:moveTo>
                <a:lnTo>
                  <a:pt x="7558" y="22815"/>
                </a:lnTo>
                <a:lnTo>
                  <a:pt x="7130" y="22815"/>
                </a:lnTo>
                <a:lnTo>
                  <a:pt x="7700" y="22672"/>
                </a:lnTo>
                <a:close/>
                <a:moveTo>
                  <a:pt x="16256" y="22815"/>
                </a:moveTo>
                <a:lnTo>
                  <a:pt x="16256" y="22872"/>
                </a:lnTo>
                <a:lnTo>
                  <a:pt x="16256" y="22872"/>
                </a:lnTo>
                <a:lnTo>
                  <a:pt x="16351" y="22815"/>
                </a:lnTo>
                <a:close/>
                <a:moveTo>
                  <a:pt x="7273" y="22672"/>
                </a:moveTo>
                <a:lnTo>
                  <a:pt x="6560" y="22815"/>
                </a:lnTo>
                <a:lnTo>
                  <a:pt x="5847" y="22957"/>
                </a:lnTo>
                <a:lnTo>
                  <a:pt x="5847" y="22957"/>
                </a:lnTo>
                <a:lnTo>
                  <a:pt x="5989" y="22815"/>
                </a:lnTo>
                <a:lnTo>
                  <a:pt x="6417" y="22672"/>
                </a:lnTo>
                <a:close/>
                <a:moveTo>
                  <a:pt x="8699" y="22815"/>
                </a:moveTo>
                <a:lnTo>
                  <a:pt x="8413" y="22957"/>
                </a:lnTo>
                <a:lnTo>
                  <a:pt x="8128" y="22957"/>
                </a:lnTo>
                <a:lnTo>
                  <a:pt x="7986" y="22815"/>
                </a:lnTo>
                <a:close/>
                <a:moveTo>
                  <a:pt x="6988" y="22957"/>
                </a:moveTo>
                <a:lnTo>
                  <a:pt x="6560" y="23100"/>
                </a:lnTo>
                <a:lnTo>
                  <a:pt x="6560" y="22957"/>
                </a:lnTo>
                <a:close/>
                <a:moveTo>
                  <a:pt x="14545" y="22815"/>
                </a:moveTo>
                <a:lnTo>
                  <a:pt x="14545" y="22957"/>
                </a:lnTo>
                <a:lnTo>
                  <a:pt x="14402" y="23100"/>
                </a:lnTo>
                <a:lnTo>
                  <a:pt x="13974" y="22957"/>
                </a:lnTo>
                <a:lnTo>
                  <a:pt x="14260" y="22815"/>
                </a:lnTo>
                <a:close/>
                <a:moveTo>
                  <a:pt x="12976" y="23100"/>
                </a:moveTo>
                <a:lnTo>
                  <a:pt x="12691" y="23242"/>
                </a:lnTo>
                <a:lnTo>
                  <a:pt x="12549" y="23242"/>
                </a:lnTo>
                <a:lnTo>
                  <a:pt x="12976" y="23100"/>
                </a:lnTo>
                <a:close/>
                <a:moveTo>
                  <a:pt x="19250" y="23278"/>
                </a:moveTo>
                <a:lnTo>
                  <a:pt x="19108" y="23290"/>
                </a:lnTo>
                <a:lnTo>
                  <a:pt x="19108" y="23290"/>
                </a:lnTo>
                <a:lnTo>
                  <a:pt x="18823" y="23385"/>
                </a:lnTo>
                <a:lnTo>
                  <a:pt x="18823" y="23385"/>
                </a:lnTo>
                <a:lnTo>
                  <a:pt x="19250" y="23278"/>
                </a:lnTo>
                <a:close/>
                <a:moveTo>
                  <a:pt x="9982" y="23242"/>
                </a:moveTo>
                <a:lnTo>
                  <a:pt x="9697" y="23385"/>
                </a:lnTo>
                <a:lnTo>
                  <a:pt x="9126" y="23385"/>
                </a:lnTo>
                <a:lnTo>
                  <a:pt x="9982" y="23242"/>
                </a:lnTo>
                <a:close/>
                <a:moveTo>
                  <a:pt x="6132" y="23813"/>
                </a:moveTo>
                <a:lnTo>
                  <a:pt x="6702" y="23955"/>
                </a:lnTo>
                <a:lnTo>
                  <a:pt x="6560" y="23955"/>
                </a:lnTo>
                <a:lnTo>
                  <a:pt x="6845" y="24098"/>
                </a:lnTo>
                <a:lnTo>
                  <a:pt x="6417" y="24098"/>
                </a:lnTo>
                <a:lnTo>
                  <a:pt x="6560" y="23955"/>
                </a:lnTo>
                <a:lnTo>
                  <a:pt x="5989" y="23955"/>
                </a:lnTo>
                <a:lnTo>
                  <a:pt x="6132" y="23813"/>
                </a:lnTo>
                <a:close/>
                <a:moveTo>
                  <a:pt x="8841" y="23955"/>
                </a:moveTo>
                <a:lnTo>
                  <a:pt x="8699" y="24098"/>
                </a:lnTo>
                <a:lnTo>
                  <a:pt x="8556" y="23955"/>
                </a:lnTo>
                <a:close/>
                <a:moveTo>
                  <a:pt x="10267" y="23813"/>
                </a:moveTo>
                <a:lnTo>
                  <a:pt x="10267" y="23955"/>
                </a:lnTo>
                <a:lnTo>
                  <a:pt x="9982" y="24098"/>
                </a:lnTo>
                <a:lnTo>
                  <a:pt x="9554" y="24098"/>
                </a:lnTo>
                <a:lnTo>
                  <a:pt x="9982" y="23955"/>
                </a:lnTo>
                <a:lnTo>
                  <a:pt x="10267" y="23813"/>
                </a:lnTo>
                <a:close/>
                <a:moveTo>
                  <a:pt x="141735" y="1"/>
                </a:moveTo>
                <a:lnTo>
                  <a:pt x="141022" y="144"/>
                </a:lnTo>
                <a:lnTo>
                  <a:pt x="139881" y="144"/>
                </a:lnTo>
                <a:lnTo>
                  <a:pt x="140166" y="286"/>
                </a:lnTo>
                <a:lnTo>
                  <a:pt x="140879" y="571"/>
                </a:lnTo>
                <a:lnTo>
                  <a:pt x="141022" y="714"/>
                </a:lnTo>
                <a:lnTo>
                  <a:pt x="141022" y="856"/>
                </a:lnTo>
                <a:lnTo>
                  <a:pt x="140024" y="856"/>
                </a:lnTo>
                <a:lnTo>
                  <a:pt x="138741" y="1142"/>
                </a:lnTo>
                <a:lnTo>
                  <a:pt x="139596" y="1284"/>
                </a:lnTo>
                <a:lnTo>
                  <a:pt x="139596" y="1427"/>
                </a:lnTo>
                <a:lnTo>
                  <a:pt x="139453" y="1569"/>
                </a:lnTo>
                <a:lnTo>
                  <a:pt x="138741" y="1712"/>
                </a:lnTo>
                <a:lnTo>
                  <a:pt x="137600" y="1855"/>
                </a:lnTo>
                <a:lnTo>
                  <a:pt x="134178" y="2140"/>
                </a:lnTo>
                <a:lnTo>
                  <a:pt x="132039" y="2140"/>
                </a:lnTo>
                <a:lnTo>
                  <a:pt x="131896" y="2282"/>
                </a:lnTo>
                <a:lnTo>
                  <a:pt x="131754" y="2282"/>
                </a:lnTo>
                <a:lnTo>
                  <a:pt x="131896" y="2140"/>
                </a:lnTo>
                <a:lnTo>
                  <a:pt x="130898" y="2140"/>
                </a:lnTo>
                <a:lnTo>
                  <a:pt x="131183" y="2282"/>
                </a:lnTo>
                <a:lnTo>
                  <a:pt x="131326" y="2282"/>
                </a:lnTo>
                <a:lnTo>
                  <a:pt x="130613" y="2710"/>
                </a:lnTo>
                <a:lnTo>
                  <a:pt x="129615" y="2710"/>
                </a:lnTo>
                <a:lnTo>
                  <a:pt x="128474" y="2282"/>
                </a:lnTo>
                <a:lnTo>
                  <a:pt x="127191" y="2140"/>
                </a:lnTo>
                <a:lnTo>
                  <a:pt x="126763" y="2140"/>
                </a:lnTo>
                <a:lnTo>
                  <a:pt x="126478" y="2425"/>
                </a:lnTo>
                <a:lnTo>
                  <a:pt x="127191" y="2282"/>
                </a:lnTo>
                <a:lnTo>
                  <a:pt x="127191" y="2282"/>
                </a:lnTo>
                <a:lnTo>
                  <a:pt x="127048" y="2425"/>
                </a:lnTo>
                <a:lnTo>
                  <a:pt x="126906" y="2567"/>
                </a:lnTo>
                <a:lnTo>
                  <a:pt x="126906" y="2710"/>
                </a:lnTo>
                <a:lnTo>
                  <a:pt x="127191" y="2710"/>
                </a:lnTo>
                <a:lnTo>
                  <a:pt x="127476" y="2853"/>
                </a:lnTo>
                <a:lnTo>
                  <a:pt x="127761" y="2853"/>
                </a:lnTo>
                <a:lnTo>
                  <a:pt x="127333" y="2995"/>
                </a:lnTo>
                <a:lnTo>
                  <a:pt x="125622" y="2995"/>
                </a:lnTo>
                <a:lnTo>
                  <a:pt x="124909" y="3138"/>
                </a:lnTo>
                <a:lnTo>
                  <a:pt x="124909" y="2995"/>
                </a:lnTo>
                <a:lnTo>
                  <a:pt x="125052" y="2995"/>
                </a:lnTo>
                <a:lnTo>
                  <a:pt x="125480" y="2710"/>
                </a:lnTo>
                <a:lnTo>
                  <a:pt x="125622" y="2567"/>
                </a:lnTo>
                <a:lnTo>
                  <a:pt x="125622" y="2567"/>
                </a:lnTo>
                <a:lnTo>
                  <a:pt x="122628" y="2710"/>
                </a:lnTo>
                <a:lnTo>
                  <a:pt x="120346" y="2567"/>
                </a:lnTo>
                <a:lnTo>
                  <a:pt x="118778" y="2425"/>
                </a:lnTo>
                <a:lnTo>
                  <a:pt x="117495" y="2282"/>
                </a:lnTo>
                <a:lnTo>
                  <a:pt x="116639" y="2140"/>
                </a:lnTo>
                <a:lnTo>
                  <a:pt x="115784" y="1997"/>
                </a:lnTo>
                <a:lnTo>
                  <a:pt x="114785" y="2140"/>
                </a:lnTo>
                <a:lnTo>
                  <a:pt x="113502" y="2425"/>
                </a:lnTo>
                <a:lnTo>
                  <a:pt x="113360" y="2425"/>
                </a:lnTo>
                <a:lnTo>
                  <a:pt x="114215" y="2710"/>
                </a:lnTo>
                <a:lnTo>
                  <a:pt x="114358" y="2710"/>
                </a:lnTo>
                <a:lnTo>
                  <a:pt x="114215" y="2853"/>
                </a:lnTo>
                <a:lnTo>
                  <a:pt x="113360" y="3138"/>
                </a:lnTo>
                <a:lnTo>
                  <a:pt x="112219" y="3138"/>
                </a:lnTo>
                <a:lnTo>
                  <a:pt x="113074" y="3280"/>
                </a:lnTo>
                <a:lnTo>
                  <a:pt x="112504" y="3423"/>
                </a:lnTo>
                <a:lnTo>
                  <a:pt x="112076" y="3423"/>
                </a:lnTo>
                <a:lnTo>
                  <a:pt x="111363" y="3280"/>
                </a:lnTo>
                <a:lnTo>
                  <a:pt x="111791" y="3138"/>
                </a:lnTo>
                <a:lnTo>
                  <a:pt x="112219" y="3138"/>
                </a:lnTo>
                <a:lnTo>
                  <a:pt x="111934" y="2995"/>
                </a:lnTo>
                <a:lnTo>
                  <a:pt x="111648" y="2710"/>
                </a:lnTo>
                <a:lnTo>
                  <a:pt x="112076" y="2853"/>
                </a:lnTo>
                <a:lnTo>
                  <a:pt x="112076" y="2853"/>
                </a:lnTo>
                <a:lnTo>
                  <a:pt x="111934" y="2710"/>
                </a:lnTo>
                <a:lnTo>
                  <a:pt x="111506" y="2567"/>
                </a:lnTo>
                <a:lnTo>
                  <a:pt x="110650" y="2567"/>
                </a:lnTo>
                <a:lnTo>
                  <a:pt x="111363" y="2425"/>
                </a:lnTo>
                <a:lnTo>
                  <a:pt x="111506" y="2425"/>
                </a:lnTo>
                <a:lnTo>
                  <a:pt x="111648" y="2282"/>
                </a:lnTo>
                <a:lnTo>
                  <a:pt x="112219" y="2140"/>
                </a:lnTo>
                <a:lnTo>
                  <a:pt x="111363" y="2140"/>
                </a:lnTo>
                <a:lnTo>
                  <a:pt x="111791" y="1997"/>
                </a:lnTo>
                <a:lnTo>
                  <a:pt x="111648" y="1855"/>
                </a:lnTo>
                <a:lnTo>
                  <a:pt x="111363" y="1712"/>
                </a:lnTo>
                <a:lnTo>
                  <a:pt x="110508" y="1569"/>
                </a:lnTo>
                <a:lnTo>
                  <a:pt x="109367" y="1569"/>
                </a:lnTo>
                <a:lnTo>
                  <a:pt x="108084" y="1712"/>
                </a:lnTo>
                <a:lnTo>
                  <a:pt x="106943" y="1997"/>
                </a:lnTo>
                <a:lnTo>
                  <a:pt x="106087" y="2140"/>
                </a:lnTo>
                <a:lnTo>
                  <a:pt x="105945" y="2282"/>
                </a:lnTo>
                <a:lnTo>
                  <a:pt x="105945" y="2425"/>
                </a:lnTo>
                <a:lnTo>
                  <a:pt x="106087" y="2425"/>
                </a:lnTo>
                <a:lnTo>
                  <a:pt x="106373" y="2567"/>
                </a:lnTo>
                <a:lnTo>
                  <a:pt x="106800" y="2567"/>
                </a:lnTo>
                <a:lnTo>
                  <a:pt x="106515" y="2710"/>
                </a:lnTo>
                <a:lnTo>
                  <a:pt x="106230" y="2995"/>
                </a:lnTo>
                <a:lnTo>
                  <a:pt x="106943" y="2995"/>
                </a:lnTo>
                <a:lnTo>
                  <a:pt x="106515" y="2853"/>
                </a:lnTo>
                <a:lnTo>
                  <a:pt x="107608" y="2853"/>
                </a:lnTo>
                <a:lnTo>
                  <a:pt x="107228" y="3138"/>
                </a:lnTo>
                <a:lnTo>
                  <a:pt x="106658" y="3423"/>
                </a:lnTo>
                <a:lnTo>
                  <a:pt x="106000" y="3642"/>
                </a:lnTo>
                <a:lnTo>
                  <a:pt x="106000" y="3642"/>
                </a:lnTo>
                <a:lnTo>
                  <a:pt x="107228" y="3566"/>
                </a:lnTo>
                <a:lnTo>
                  <a:pt x="108512" y="3423"/>
                </a:lnTo>
                <a:lnTo>
                  <a:pt x="109082" y="3280"/>
                </a:lnTo>
                <a:lnTo>
                  <a:pt x="109224" y="3138"/>
                </a:lnTo>
                <a:lnTo>
                  <a:pt x="109082" y="2995"/>
                </a:lnTo>
                <a:lnTo>
                  <a:pt x="109082" y="2853"/>
                </a:lnTo>
                <a:lnTo>
                  <a:pt x="110650" y="2853"/>
                </a:lnTo>
                <a:lnTo>
                  <a:pt x="109937" y="2995"/>
                </a:lnTo>
                <a:lnTo>
                  <a:pt x="110508" y="2995"/>
                </a:lnTo>
                <a:lnTo>
                  <a:pt x="110365" y="3138"/>
                </a:lnTo>
                <a:lnTo>
                  <a:pt x="110650" y="3138"/>
                </a:lnTo>
                <a:lnTo>
                  <a:pt x="110365" y="3280"/>
                </a:lnTo>
                <a:lnTo>
                  <a:pt x="108512" y="3708"/>
                </a:lnTo>
                <a:lnTo>
                  <a:pt x="106230" y="3993"/>
                </a:lnTo>
                <a:lnTo>
                  <a:pt x="105375" y="3993"/>
                </a:lnTo>
                <a:lnTo>
                  <a:pt x="105144" y="3840"/>
                </a:lnTo>
                <a:lnTo>
                  <a:pt x="105144" y="3840"/>
                </a:lnTo>
                <a:lnTo>
                  <a:pt x="105089" y="3851"/>
                </a:lnTo>
                <a:lnTo>
                  <a:pt x="103378" y="3708"/>
                </a:lnTo>
                <a:lnTo>
                  <a:pt x="101667" y="3566"/>
                </a:lnTo>
                <a:lnTo>
                  <a:pt x="98815" y="2853"/>
                </a:lnTo>
                <a:lnTo>
                  <a:pt x="98102" y="2853"/>
                </a:lnTo>
                <a:lnTo>
                  <a:pt x="98245" y="2995"/>
                </a:lnTo>
                <a:lnTo>
                  <a:pt x="97532" y="3280"/>
                </a:lnTo>
                <a:lnTo>
                  <a:pt x="96677" y="3708"/>
                </a:lnTo>
                <a:lnTo>
                  <a:pt x="95108" y="3993"/>
                </a:lnTo>
                <a:lnTo>
                  <a:pt x="92399" y="4136"/>
                </a:lnTo>
                <a:lnTo>
                  <a:pt x="93254" y="3851"/>
                </a:lnTo>
                <a:lnTo>
                  <a:pt x="93397" y="3708"/>
                </a:lnTo>
                <a:lnTo>
                  <a:pt x="91971" y="3566"/>
                </a:lnTo>
                <a:lnTo>
                  <a:pt x="92969" y="3423"/>
                </a:lnTo>
                <a:lnTo>
                  <a:pt x="93254" y="3280"/>
                </a:lnTo>
                <a:lnTo>
                  <a:pt x="93112" y="3280"/>
                </a:lnTo>
                <a:lnTo>
                  <a:pt x="92541" y="3138"/>
                </a:lnTo>
                <a:lnTo>
                  <a:pt x="92114" y="3138"/>
                </a:lnTo>
                <a:lnTo>
                  <a:pt x="91686" y="3280"/>
                </a:lnTo>
                <a:lnTo>
                  <a:pt x="92827" y="3280"/>
                </a:lnTo>
                <a:lnTo>
                  <a:pt x="91543" y="3423"/>
                </a:lnTo>
                <a:lnTo>
                  <a:pt x="91401" y="3566"/>
                </a:lnTo>
                <a:lnTo>
                  <a:pt x="90973" y="3566"/>
                </a:lnTo>
                <a:lnTo>
                  <a:pt x="91543" y="3423"/>
                </a:lnTo>
                <a:lnTo>
                  <a:pt x="90403" y="3566"/>
                </a:lnTo>
                <a:lnTo>
                  <a:pt x="90545" y="3566"/>
                </a:lnTo>
                <a:lnTo>
                  <a:pt x="91686" y="3708"/>
                </a:lnTo>
                <a:lnTo>
                  <a:pt x="89832" y="3708"/>
                </a:lnTo>
                <a:lnTo>
                  <a:pt x="89975" y="3851"/>
                </a:lnTo>
                <a:lnTo>
                  <a:pt x="89999" y="3863"/>
                </a:lnTo>
                <a:lnTo>
                  <a:pt x="89999" y="3863"/>
                </a:lnTo>
                <a:lnTo>
                  <a:pt x="88692" y="3993"/>
                </a:lnTo>
                <a:lnTo>
                  <a:pt x="89119" y="4136"/>
                </a:lnTo>
                <a:lnTo>
                  <a:pt x="89975" y="4421"/>
                </a:lnTo>
                <a:lnTo>
                  <a:pt x="89975" y="4421"/>
                </a:lnTo>
                <a:lnTo>
                  <a:pt x="88549" y="3993"/>
                </a:lnTo>
                <a:lnTo>
                  <a:pt x="87266" y="3708"/>
                </a:lnTo>
                <a:lnTo>
                  <a:pt x="84842" y="3708"/>
                </a:lnTo>
                <a:lnTo>
                  <a:pt x="84699" y="3727"/>
                </a:lnTo>
                <a:lnTo>
                  <a:pt x="84699" y="3727"/>
                </a:lnTo>
                <a:lnTo>
                  <a:pt x="84699" y="3851"/>
                </a:lnTo>
                <a:lnTo>
                  <a:pt x="84129" y="3993"/>
                </a:lnTo>
                <a:lnTo>
                  <a:pt x="84271" y="3993"/>
                </a:lnTo>
                <a:lnTo>
                  <a:pt x="83986" y="4136"/>
                </a:lnTo>
                <a:lnTo>
                  <a:pt x="83843" y="3993"/>
                </a:lnTo>
                <a:lnTo>
                  <a:pt x="83701" y="3993"/>
                </a:lnTo>
                <a:lnTo>
                  <a:pt x="82988" y="4136"/>
                </a:lnTo>
                <a:lnTo>
                  <a:pt x="83273" y="3993"/>
                </a:lnTo>
                <a:lnTo>
                  <a:pt x="83416" y="3993"/>
                </a:lnTo>
                <a:lnTo>
                  <a:pt x="83675" y="3864"/>
                </a:lnTo>
                <a:lnTo>
                  <a:pt x="83675" y="3864"/>
                </a:lnTo>
                <a:lnTo>
                  <a:pt x="82703" y="3993"/>
                </a:lnTo>
                <a:lnTo>
                  <a:pt x="81562" y="3993"/>
                </a:lnTo>
                <a:lnTo>
                  <a:pt x="80706" y="3851"/>
                </a:lnTo>
                <a:lnTo>
                  <a:pt x="80564" y="3708"/>
                </a:lnTo>
                <a:lnTo>
                  <a:pt x="80136" y="3566"/>
                </a:lnTo>
                <a:lnTo>
                  <a:pt x="79423" y="3708"/>
                </a:lnTo>
                <a:lnTo>
                  <a:pt x="79138" y="3851"/>
                </a:lnTo>
                <a:lnTo>
                  <a:pt x="79281" y="3993"/>
                </a:lnTo>
                <a:lnTo>
                  <a:pt x="79281" y="3993"/>
                </a:lnTo>
                <a:lnTo>
                  <a:pt x="77855" y="4278"/>
                </a:lnTo>
                <a:lnTo>
                  <a:pt x="75145" y="4564"/>
                </a:lnTo>
                <a:lnTo>
                  <a:pt x="73434" y="4849"/>
                </a:lnTo>
                <a:lnTo>
                  <a:pt x="74147" y="4991"/>
                </a:lnTo>
                <a:lnTo>
                  <a:pt x="73720" y="5134"/>
                </a:lnTo>
                <a:lnTo>
                  <a:pt x="73292" y="5277"/>
                </a:lnTo>
                <a:lnTo>
                  <a:pt x="72009" y="5277"/>
                </a:lnTo>
                <a:lnTo>
                  <a:pt x="71866" y="5134"/>
                </a:lnTo>
                <a:lnTo>
                  <a:pt x="72009" y="4991"/>
                </a:lnTo>
                <a:lnTo>
                  <a:pt x="72436" y="4849"/>
                </a:lnTo>
                <a:lnTo>
                  <a:pt x="71866" y="4849"/>
                </a:lnTo>
                <a:lnTo>
                  <a:pt x="71438" y="4991"/>
                </a:lnTo>
                <a:lnTo>
                  <a:pt x="71153" y="5134"/>
                </a:lnTo>
                <a:lnTo>
                  <a:pt x="70725" y="5277"/>
                </a:lnTo>
                <a:lnTo>
                  <a:pt x="71296" y="5277"/>
                </a:lnTo>
                <a:lnTo>
                  <a:pt x="71010" y="5419"/>
                </a:lnTo>
                <a:lnTo>
                  <a:pt x="71438" y="5562"/>
                </a:lnTo>
                <a:lnTo>
                  <a:pt x="71581" y="5562"/>
                </a:lnTo>
                <a:lnTo>
                  <a:pt x="71010" y="5704"/>
                </a:lnTo>
                <a:lnTo>
                  <a:pt x="70012" y="5704"/>
                </a:lnTo>
                <a:lnTo>
                  <a:pt x="69584" y="5562"/>
                </a:lnTo>
                <a:lnTo>
                  <a:pt x="69299" y="5277"/>
                </a:lnTo>
                <a:lnTo>
                  <a:pt x="70155" y="5277"/>
                </a:lnTo>
                <a:lnTo>
                  <a:pt x="70868" y="5134"/>
                </a:lnTo>
                <a:lnTo>
                  <a:pt x="68444" y="5134"/>
                </a:lnTo>
                <a:lnTo>
                  <a:pt x="66305" y="5562"/>
                </a:lnTo>
                <a:lnTo>
                  <a:pt x="63738" y="6132"/>
                </a:lnTo>
                <a:lnTo>
                  <a:pt x="62312" y="6417"/>
                </a:lnTo>
                <a:lnTo>
                  <a:pt x="60887" y="6417"/>
                </a:lnTo>
                <a:lnTo>
                  <a:pt x="60601" y="6702"/>
                </a:lnTo>
                <a:lnTo>
                  <a:pt x="60174" y="6845"/>
                </a:lnTo>
                <a:lnTo>
                  <a:pt x="58890" y="7130"/>
                </a:lnTo>
                <a:lnTo>
                  <a:pt x="56181" y="7227"/>
                </a:lnTo>
                <a:lnTo>
                  <a:pt x="56181" y="7227"/>
                </a:lnTo>
                <a:lnTo>
                  <a:pt x="56181" y="7273"/>
                </a:lnTo>
                <a:lnTo>
                  <a:pt x="55611" y="7415"/>
                </a:lnTo>
                <a:lnTo>
                  <a:pt x="55040" y="7415"/>
                </a:lnTo>
                <a:lnTo>
                  <a:pt x="55183" y="7273"/>
                </a:lnTo>
                <a:lnTo>
                  <a:pt x="55230" y="7261"/>
                </a:lnTo>
                <a:lnTo>
                  <a:pt x="55230" y="7261"/>
                </a:lnTo>
                <a:lnTo>
                  <a:pt x="54898" y="7273"/>
                </a:lnTo>
                <a:lnTo>
                  <a:pt x="52616" y="7415"/>
                </a:lnTo>
                <a:lnTo>
                  <a:pt x="50477" y="7701"/>
                </a:lnTo>
                <a:lnTo>
                  <a:pt x="48481" y="7986"/>
                </a:lnTo>
                <a:lnTo>
                  <a:pt x="47626" y="8128"/>
                </a:lnTo>
                <a:lnTo>
                  <a:pt x="46913" y="8413"/>
                </a:lnTo>
                <a:lnTo>
                  <a:pt x="47768" y="8556"/>
                </a:lnTo>
                <a:lnTo>
                  <a:pt x="48339" y="8556"/>
                </a:lnTo>
                <a:lnTo>
                  <a:pt x="48766" y="8413"/>
                </a:lnTo>
                <a:lnTo>
                  <a:pt x="49194" y="8271"/>
                </a:lnTo>
                <a:lnTo>
                  <a:pt x="49622" y="7986"/>
                </a:lnTo>
                <a:lnTo>
                  <a:pt x="50050" y="7986"/>
                </a:lnTo>
                <a:lnTo>
                  <a:pt x="50335" y="8128"/>
                </a:lnTo>
                <a:lnTo>
                  <a:pt x="50192" y="8128"/>
                </a:lnTo>
                <a:lnTo>
                  <a:pt x="49907" y="8271"/>
                </a:lnTo>
                <a:lnTo>
                  <a:pt x="50335" y="8271"/>
                </a:lnTo>
                <a:lnTo>
                  <a:pt x="49479" y="8413"/>
                </a:lnTo>
                <a:lnTo>
                  <a:pt x="50905" y="8413"/>
                </a:lnTo>
                <a:lnTo>
                  <a:pt x="50335" y="8556"/>
                </a:lnTo>
                <a:lnTo>
                  <a:pt x="50763" y="8556"/>
                </a:lnTo>
                <a:lnTo>
                  <a:pt x="50192" y="8699"/>
                </a:lnTo>
                <a:lnTo>
                  <a:pt x="49479" y="8699"/>
                </a:lnTo>
                <a:lnTo>
                  <a:pt x="49479" y="8841"/>
                </a:lnTo>
                <a:lnTo>
                  <a:pt x="49764" y="8841"/>
                </a:lnTo>
                <a:lnTo>
                  <a:pt x="47340" y="8984"/>
                </a:lnTo>
                <a:lnTo>
                  <a:pt x="46200" y="8984"/>
                </a:lnTo>
                <a:lnTo>
                  <a:pt x="44203" y="9412"/>
                </a:lnTo>
                <a:lnTo>
                  <a:pt x="45059" y="9412"/>
                </a:lnTo>
                <a:lnTo>
                  <a:pt x="44631" y="9554"/>
                </a:lnTo>
                <a:lnTo>
                  <a:pt x="42920" y="9554"/>
                </a:lnTo>
                <a:lnTo>
                  <a:pt x="42492" y="9412"/>
                </a:lnTo>
                <a:lnTo>
                  <a:pt x="42492" y="9269"/>
                </a:lnTo>
                <a:lnTo>
                  <a:pt x="42635" y="9126"/>
                </a:lnTo>
                <a:lnTo>
                  <a:pt x="44061" y="8699"/>
                </a:lnTo>
                <a:lnTo>
                  <a:pt x="44061" y="8699"/>
                </a:lnTo>
                <a:lnTo>
                  <a:pt x="41352" y="8984"/>
                </a:lnTo>
                <a:lnTo>
                  <a:pt x="38357" y="9269"/>
                </a:lnTo>
                <a:lnTo>
                  <a:pt x="36076" y="9554"/>
                </a:lnTo>
                <a:lnTo>
                  <a:pt x="35648" y="9697"/>
                </a:lnTo>
                <a:lnTo>
                  <a:pt x="35506" y="9697"/>
                </a:lnTo>
                <a:lnTo>
                  <a:pt x="35648" y="9839"/>
                </a:lnTo>
                <a:lnTo>
                  <a:pt x="35791" y="9839"/>
                </a:lnTo>
                <a:lnTo>
                  <a:pt x="35933" y="9982"/>
                </a:lnTo>
                <a:lnTo>
                  <a:pt x="36076" y="9982"/>
                </a:lnTo>
                <a:lnTo>
                  <a:pt x="35791" y="10125"/>
                </a:lnTo>
                <a:lnTo>
                  <a:pt x="36218" y="10125"/>
                </a:lnTo>
                <a:lnTo>
                  <a:pt x="35933" y="10267"/>
                </a:lnTo>
                <a:lnTo>
                  <a:pt x="36646" y="10125"/>
                </a:lnTo>
                <a:lnTo>
                  <a:pt x="37359" y="9982"/>
                </a:lnTo>
                <a:lnTo>
                  <a:pt x="37502" y="9982"/>
                </a:lnTo>
                <a:lnTo>
                  <a:pt x="36789" y="10125"/>
                </a:lnTo>
                <a:lnTo>
                  <a:pt x="36361" y="10410"/>
                </a:lnTo>
                <a:lnTo>
                  <a:pt x="36361" y="10552"/>
                </a:lnTo>
                <a:lnTo>
                  <a:pt x="36504" y="10552"/>
                </a:lnTo>
                <a:lnTo>
                  <a:pt x="35791" y="10695"/>
                </a:lnTo>
                <a:lnTo>
                  <a:pt x="35648" y="10837"/>
                </a:lnTo>
                <a:lnTo>
                  <a:pt x="36076" y="10980"/>
                </a:lnTo>
                <a:lnTo>
                  <a:pt x="36076" y="11123"/>
                </a:lnTo>
                <a:lnTo>
                  <a:pt x="35506" y="11123"/>
                </a:lnTo>
                <a:lnTo>
                  <a:pt x="34507" y="11265"/>
                </a:lnTo>
                <a:lnTo>
                  <a:pt x="33367" y="11265"/>
                </a:lnTo>
                <a:lnTo>
                  <a:pt x="34222" y="10980"/>
                </a:lnTo>
                <a:lnTo>
                  <a:pt x="34365" y="10980"/>
                </a:lnTo>
                <a:lnTo>
                  <a:pt x="34222" y="10837"/>
                </a:lnTo>
                <a:lnTo>
                  <a:pt x="32796" y="10837"/>
                </a:lnTo>
                <a:lnTo>
                  <a:pt x="33794" y="10695"/>
                </a:lnTo>
                <a:lnTo>
                  <a:pt x="34080" y="10552"/>
                </a:lnTo>
                <a:lnTo>
                  <a:pt x="33937" y="10410"/>
                </a:lnTo>
                <a:lnTo>
                  <a:pt x="33509" y="10410"/>
                </a:lnTo>
                <a:lnTo>
                  <a:pt x="31085" y="10552"/>
                </a:lnTo>
                <a:lnTo>
                  <a:pt x="31085" y="10552"/>
                </a:lnTo>
                <a:lnTo>
                  <a:pt x="32083" y="10410"/>
                </a:lnTo>
                <a:lnTo>
                  <a:pt x="31085" y="10267"/>
                </a:lnTo>
                <a:lnTo>
                  <a:pt x="32083" y="10125"/>
                </a:lnTo>
                <a:lnTo>
                  <a:pt x="32654" y="9839"/>
                </a:lnTo>
                <a:lnTo>
                  <a:pt x="32654" y="9697"/>
                </a:lnTo>
                <a:lnTo>
                  <a:pt x="31798" y="9697"/>
                </a:lnTo>
                <a:lnTo>
                  <a:pt x="32226" y="9412"/>
                </a:lnTo>
                <a:lnTo>
                  <a:pt x="31941" y="9412"/>
                </a:lnTo>
                <a:lnTo>
                  <a:pt x="31228" y="9554"/>
                </a:lnTo>
                <a:lnTo>
                  <a:pt x="31085" y="9554"/>
                </a:lnTo>
                <a:lnTo>
                  <a:pt x="30515" y="9412"/>
                </a:lnTo>
                <a:lnTo>
                  <a:pt x="29232" y="9412"/>
                </a:lnTo>
                <a:lnTo>
                  <a:pt x="27948" y="9554"/>
                </a:lnTo>
                <a:lnTo>
                  <a:pt x="27806" y="9269"/>
                </a:lnTo>
                <a:lnTo>
                  <a:pt x="27093" y="9269"/>
                </a:lnTo>
                <a:lnTo>
                  <a:pt x="26665" y="9554"/>
                </a:lnTo>
                <a:lnTo>
                  <a:pt x="26380" y="9982"/>
                </a:lnTo>
                <a:lnTo>
                  <a:pt x="25952" y="10125"/>
                </a:lnTo>
                <a:lnTo>
                  <a:pt x="26522" y="10125"/>
                </a:lnTo>
                <a:lnTo>
                  <a:pt x="27235" y="9982"/>
                </a:lnTo>
                <a:lnTo>
                  <a:pt x="27378" y="9982"/>
                </a:lnTo>
                <a:lnTo>
                  <a:pt x="27235" y="9839"/>
                </a:lnTo>
                <a:lnTo>
                  <a:pt x="28091" y="9839"/>
                </a:lnTo>
                <a:lnTo>
                  <a:pt x="28091" y="9982"/>
                </a:lnTo>
                <a:lnTo>
                  <a:pt x="27806" y="10267"/>
                </a:lnTo>
                <a:lnTo>
                  <a:pt x="28376" y="10267"/>
                </a:lnTo>
                <a:lnTo>
                  <a:pt x="28091" y="10410"/>
                </a:lnTo>
                <a:lnTo>
                  <a:pt x="27913" y="10499"/>
                </a:lnTo>
                <a:lnTo>
                  <a:pt x="27913" y="10499"/>
                </a:lnTo>
                <a:lnTo>
                  <a:pt x="28804" y="10410"/>
                </a:lnTo>
                <a:lnTo>
                  <a:pt x="28804" y="10410"/>
                </a:lnTo>
                <a:lnTo>
                  <a:pt x="27823" y="10543"/>
                </a:lnTo>
                <a:lnTo>
                  <a:pt x="27823" y="10543"/>
                </a:lnTo>
                <a:lnTo>
                  <a:pt x="27806" y="10552"/>
                </a:lnTo>
                <a:lnTo>
                  <a:pt x="27800" y="10547"/>
                </a:lnTo>
                <a:lnTo>
                  <a:pt x="27800" y="10547"/>
                </a:lnTo>
                <a:lnTo>
                  <a:pt x="25667" y="10837"/>
                </a:lnTo>
                <a:lnTo>
                  <a:pt x="23528" y="11123"/>
                </a:lnTo>
                <a:lnTo>
                  <a:pt x="19963" y="12121"/>
                </a:lnTo>
                <a:lnTo>
                  <a:pt x="19963" y="12121"/>
                </a:lnTo>
                <a:lnTo>
                  <a:pt x="21389" y="11836"/>
                </a:lnTo>
                <a:lnTo>
                  <a:pt x="21532" y="11836"/>
                </a:lnTo>
                <a:lnTo>
                  <a:pt x="21389" y="11978"/>
                </a:lnTo>
                <a:lnTo>
                  <a:pt x="20534" y="12121"/>
                </a:lnTo>
                <a:lnTo>
                  <a:pt x="19535" y="12263"/>
                </a:lnTo>
                <a:lnTo>
                  <a:pt x="18680" y="12406"/>
                </a:lnTo>
                <a:lnTo>
                  <a:pt x="14830" y="12406"/>
                </a:lnTo>
                <a:lnTo>
                  <a:pt x="13689" y="12548"/>
                </a:lnTo>
                <a:lnTo>
                  <a:pt x="12406" y="12834"/>
                </a:lnTo>
                <a:lnTo>
                  <a:pt x="12263" y="12691"/>
                </a:lnTo>
                <a:lnTo>
                  <a:pt x="11693" y="12691"/>
                </a:lnTo>
                <a:lnTo>
                  <a:pt x="10267" y="12834"/>
                </a:lnTo>
                <a:lnTo>
                  <a:pt x="8841" y="13261"/>
                </a:lnTo>
                <a:lnTo>
                  <a:pt x="8556" y="13547"/>
                </a:lnTo>
                <a:lnTo>
                  <a:pt x="8413" y="13689"/>
                </a:lnTo>
                <a:lnTo>
                  <a:pt x="8556" y="13832"/>
                </a:lnTo>
                <a:lnTo>
                  <a:pt x="8984" y="13689"/>
                </a:lnTo>
                <a:lnTo>
                  <a:pt x="10267" y="13547"/>
                </a:lnTo>
                <a:lnTo>
                  <a:pt x="11265" y="13404"/>
                </a:lnTo>
                <a:lnTo>
                  <a:pt x="11408" y="13404"/>
                </a:lnTo>
                <a:lnTo>
                  <a:pt x="11123" y="13547"/>
                </a:lnTo>
                <a:lnTo>
                  <a:pt x="11978" y="13689"/>
                </a:lnTo>
                <a:lnTo>
                  <a:pt x="11408" y="13832"/>
                </a:lnTo>
                <a:lnTo>
                  <a:pt x="10695" y="13974"/>
                </a:lnTo>
                <a:lnTo>
                  <a:pt x="10837" y="13974"/>
                </a:lnTo>
                <a:lnTo>
                  <a:pt x="10695" y="14117"/>
                </a:lnTo>
                <a:lnTo>
                  <a:pt x="10837" y="14117"/>
                </a:lnTo>
                <a:lnTo>
                  <a:pt x="10267" y="14259"/>
                </a:lnTo>
                <a:lnTo>
                  <a:pt x="11265" y="14259"/>
                </a:lnTo>
                <a:lnTo>
                  <a:pt x="10410" y="14402"/>
                </a:lnTo>
                <a:lnTo>
                  <a:pt x="11123" y="14402"/>
                </a:lnTo>
                <a:lnTo>
                  <a:pt x="10695" y="14545"/>
                </a:lnTo>
                <a:lnTo>
                  <a:pt x="10267" y="14687"/>
                </a:lnTo>
                <a:lnTo>
                  <a:pt x="10552" y="14687"/>
                </a:lnTo>
                <a:lnTo>
                  <a:pt x="10125" y="14830"/>
                </a:lnTo>
                <a:lnTo>
                  <a:pt x="10267" y="14830"/>
                </a:lnTo>
                <a:lnTo>
                  <a:pt x="10410" y="14972"/>
                </a:lnTo>
                <a:lnTo>
                  <a:pt x="9982" y="14972"/>
                </a:lnTo>
                <a:lnTo>
                  <a:pt x="10552" y="15258"/>
                </a:lnTo>
                <a:lnTo>
                  <a:pt x="10695" y="15543"/>
                </a:lnTo>
                <a:lnTo>
                  <a:pt x="10410" y="15685"/>
                </a:lnTo>
                <a:lnTo>
                  <a:pt x="10267" y="15685"/>
                </a:lnTo>
                <a:lnTo>
                  <a:pt x="10695" y="15828"/>
                </a:lnTo>
                <a:lnTo>
                  <a:pt x="10552" y="15971"/>
                </a:lnTo>
                <a:lnTo>
                  <a:pt x="9554" y="16113"/>
                </a:lnTo>
                <a:lnTo>
                  <a:pt x="9126" y="15971"/>
                </a:lnTo>
                <a:lnTo>
                  <a:pt x="9412" y="15828"/>
                </a:lnTo>
                <a:lnTo>
                  <a:pt x="10267" y="15685"/>
                </a:lnTo>
                <a:lnTo>
                  <a:pt x="9839" y="15685"/>
                </a:lnTo>
                <a:lnTo>
                  <a:pt x="8413" y="15828"/>
                </a:lnTo>
                <a:lnTo>
                  <a:pt x="7558" y="15971"/>
                </a:lnTo>
                <a:lnTo>
                  <a:pt x="7843" y="16113"/>
                </a:lnTo>
                <a:lnTo>
                  <a:pt x="7843" y="16256"/>
                </a:lnTo>
                <a:lnTo>
                  <a:pt x="7273" y="16398"/>
                </a:lnTo>
                <a:lnTo>
                  <a:pt x="7273" y="16256"/>
                </a:lnTo>
                <a:lnTo>
                  <a:pt x="7558" y="15971"/>
                </a:lnTo>
                <a:lnTo>
                  <a:pt x="7558" y="15971"/>
                </a:lnTo>
                <a:lnTo>
                  <a:pt x="6702" y="16113"/>
                </a:lnTo>
                <a:lnTo>
                  <a:pt x="8413" y="15685"/>
                </a:lnTo>
                <a:lnTo>
                  <a:pt x="8984" y="15400"/>
                </a:lnTo>
                <a:lnTo>
                  <a:pt x="8128" y="15400"/>
                </a:lnTo>
                <a:lnTo>
                  <a:pt x="7700" y="15543"/>
                </a:lnTo>
                <a:lnTo>
                  <a:pt x="7823" y="15421"/>
                </a:lnTo>
                <a:lnTo>
                  <a:pt x="7823" y="15421"/>
                </a:lnTo>
                <a:lnTo>
                  <a:pt x="5704" y="15685"/>
                </a:lnTo>
                <a:lnTo>
                  <a:pt x="4849" y="15828"/>
                </a:lnTo>
                <a:lnTo>
                  <a:pt x="4421" y="16113"/>
                </a:lnTo>
                <a:lnTo>
                  <a:pt x="5704" y="16256"/>
                </a:lnTo>
                <a:lnTo>
                  <a:pt x="4991" y="16398"/>
                </a:lnTo>
                <a:lnTo>
                  <a:pt x="4706" y="16398"/>
                </a:lnTo>
                <a:lnTo>
                  <a:pt x="4421" y="16541"/>
                </a:lnTo>
                <a:lnTo>
                  <a:pt x="4849" y="16541"/>
                </a:lnTo>
                <a:lnTo>
                  <a:pt x="4564" y="16683"/>
                </a:lnTo>
                <a:lnTo>
                  <a:pt x="5704" y="16683"/>
                </a:lnTo>
                <a:lnTo>
                  <a:pt x="5419" y="16826"/>
                </a:lnTo>
                <a:lnTo>
                  <a:pt x="4706" y="17111"/>
                </a:lnTo>
                <a:lnTo>
                  <a:pt x="3851" y="17254"/>
                </a:lnTo>
                <a:lnTo>
                  <a:pt x="2995" y="17396"/>
                </a:lnTo>
                <a:lnTo>
                  <a:pt x="1854" y="17967"/>
                </a:lnTo>
                <a:lnTo>
                  <a:pt x="4564" y="17824"/>
                </a:lnTo>
                <a:lnTo>
                  <a:pt x="5847" y="17539"/>
                </a:lnTo>
                <a:lnTo>
                  <a:pt x="7130" y="17111"/>
                </a:lnTo>
                <a:lnTo>
                  <a:pt x="9554" y="16683"/>
                </a:lnTo>
                <a:lnTo>
                  <a:pt x="8699" y="17111"/>
                </a:lnTo>
                <a:lnTo>
                  <a:pt x="7415" y="17539"/>
                </a:lnTo>
                <a:lnTo>
                  <a:pt x="4706" y="18109"/>
                </a:lnTo>
                <a:lnTo>
                  <a:pt x="3375" y="18394"/>
                </a:lnTo>
                <a:lnTo>
                  <a:pt x="3565" y="18394"/>
                </a:lnTo>
                <a:lnTo>
                  <a:pt x="4278" y="18537"/>
                </a:lnTo>
                <a:lnTo>
                  <a:pt x="4706" y="18537"/>
                </a:lnTo>
                <a:lnTo>
                  <a:pt x="5419" y="18394"/>
                </a:lnTo>
                <a:lnTo>
                  <a:pt x="4991" y="18537"/>
                </a:lnTo>
                <a:lnTo>
                  <a:pt x="4991" y="18537"/>
                </a:lnTo>
                <a:lnTo>
                  <a:pt x="4849" y="18680"/>
                </a:lnTo>
                <a:lnTo>
                  <a:pt x="4421" y="18822"/>
                </a:lnTo>
                <a:lnTo>
                  <a:pt x="4136" y="18965"/>
                </a:lnTo>
                <a:lnTo>
                  <a:pt x="5276" y="18680"/>
                </a:lnTo>
                <a:lnTo>
                  <a:pt x="5989" y="18537"/>
                </a:lnTo>
                <a:lnTo>
                  <a:pt x="6417" y="18537"/>
                </a:lnTo>
                <a:lnTo>
                  <a:pt x="6988" y="18822"/>
                </a:lnTo>
                <a:lnTo>
                  <a:pt x="4991" y="18965"/>
                </a:lnTo>
                <a:lnTo>
                  <a:pt x="3708" y="19250"/>
                </a:lnTo>
                <a:lnTo>
                  <a:pt x="2852" y="19678"/>
                </a:lnTo>
                <a:lnTo>
                  <a:pt x="2425" y="20248"/>
                </a:lnTo>
                <a:lnTo>
                  <a:pt x="1854" y="20105"/>
                </a:lnTo>
                <a:lnTo>
                  <a:pt x="1569" y="19963"/>
                </a:lnTo>
                <a:lnTo>
                  <a:pt x="1427" y="20105"/>
                </a:lnTo>
                <a:lnTo>
                  <a:pt x="856" y="20533"/>
                </a:lnTo>
                <a:lnTo>
                  <a:pt x="1569" y="20248"/>
                </a:lnTo>
                <a:lnTo>
                  <a:pt x="1569" y="20391"/>
                </a:lnTo>
                <a:lnTo>
                  <a:pt x="1569" y="20533"/>
                </a:lnTo>
                <a:lnTo>
                  <a:pt x="1427" y="20676"/>
                </a:lnTo>
                <a:lnTo>
                  <a:pt x="1569" y="20818"/>
                </a:lnTo>
                <a:lnTo>
                  <a:pt x="2139" y="20676"/>
                </a:lnTo>
                <a:lnTo>
                  <a:pt x="2139" y="20676"/>
                </a:lnTo>
                <a:lnTo>
                  <a:pt x="490" y="21226"/>
                </a:lnTo>
                <a:lnTo>
                  <a:pt x="490" y="21226"/>
                </a:lnTo>
                <a:lnTo>
                  <a:pt x="1712" y="21104"/>
                </a:lnTo>
                <a:lnTo>
                  <a:pt x="2425" y="20961"/>
                </a:lnTo>
                <a:lnTo>
                  <a:pt x="2852" y="21104"/>
                </a:lnTo>
                <a:lnTo>
                  <a:pt x="1854" y="21531"/>
                </a:lnTo>
                <a:lnTo>
                  <a:pt x="1569" y="21531"/>
                </a:lnTo>
                <a:lnTo>
                  <a:pt x="856" y="21674"/>
                </a:lnTo>
                <a:lnTo>
                  <a:pt x="2282" y="21674"/>
                </a:lnTo>
                <a:lnTo>
                  <a:pt x="2425" y="21817"/>
                </a:lnTo>
                <a:lnTo>
                  <a:pt x="1854" y="21959"/>
                </a:lnTo>
                <a:lnTo>
                  <a:pt x="2710" y="21959"/>
                </a:lnTo>
                <a:lnTo>
                  <a:pt x="3565" y="21817"/>
                </a:lnTo>
                <a:lnTo>
                  <a:pt x="4991" y="21104"/>
                </a:lnTo>
                <a:lnTo>
                  <a:pt x="5704" y="20818"/>
                </a:lnTo>
                <a:lnTo>
                  <a:pt x="6275" y="20676"/>
                </a:lnTo>
                <a:lnTo>
                  <a:pt x="6702" y="20818"/>
                </a:lnTo>
                <a:lnTo>
                  <a:pt x="6988" y="21104"/>
                </a:lnTo>
                <a:lnTo>
                  <a:pt x="7130" y="21389"/>
                </a:lnTo>
                <a:lnTo>
                  <a:pt x="6988" y="21531"/>
                </a:lnTo>
                <a:lnTo>
                  <a:pt x="6275" y="21674"/>
                </a:lnTo>
                <a:lnTo>
                  <a:pt x="5419" y="21674"/>
                </a:lnTo>
                <a:lnTo>
                  <a:pt x="5419" y="21531"/>
                </a:lnTo>
                <a:lnTo>
                  <a:pt x="4849" y="21817"/>
                </a:lnTo>
                <a:lnTo>
                  <a:pt x="4278" y="22102"/>
                </a:lnTo>
                <a:lnTo>
                  <a:pt x="4136" y="22244"/>
                </a:lnTo>
                <a:lnTo>
                  <a:pt x="4278" y="22387"/>
                </a:lnTo>
                <a:lnTo>
                  <a:pt x="4706" y="22387"/>
                </a:lnTo>
                <a:lnTo>
                  <a:pt x="4564" y="22529"/>
                </a:lnTo>
                <a:lnTo>
                  <a:pt x="3851" y="22529"/>
                </a:lnTo>
                <a:lnTo>
                  <a:pt x="3280" y="22672"/>
                </a:lnTo>
                <a:lnTo>
                  <a:pt x="3138" y="22672"/>
                </a:lnTo>
                <a:lnTo>
                  <a:pt x="2995" y="22815"/>
                </a:lnTo>
                <a:lnTo>
                  <a:pt x="3708" y="22815"/>
                </a:lnTo>
                <a:lnTo>
                  <a:pt x="3423" y="22957"/>
                </a:lnTo>
                <a:lnTo>
                  <a:pt x="1997" y="23385"/>
                </a:lnTo>
                <a:lnTo>
                  <a:pt x="4278" y="23242"/>
                </a:lnTo>
                <a:lnTo>
                  <a:pt x="4278" y="23242"/>
                </a:lnTo>
                <a:lnTo>
                  <a:pt x="2567" y="23528"/>
                </a:lnTo>
                <a:lnTo>
                  <a:pt x="1997" y="23813"/>
                </a:lnTo>
                <a:lnTo>
                  <a:pt x="2139" y="23955"/>
                </a:lnTo>
                <a:lnTo>
                  <a:pt x="2995" y="24098"/>
                </a:lnTo>
                <a:lnTo>
                  <a:pt x="5704" y="24240"/>
                </a:lnTo>
                <a:lnTo>
                  <a:pt x="8699" y="24240"/>
                </a:lnTo>
                <a:lnTo>
                  <a:pt x="7273" y="24526"/>
                </a:lnTo>
                <a:lnTo>
                  <a:pt x="8271" y="24526"/>
                </a:lnTo>
                <a:lnTo>
                  <a:pt x="8556" y="24383"/>
                </a:lnTo>
                <a:lnTo>
                  <a:pt x="8841" y="24240"/>
                </a:lnTo>
                <a:lnTo>
                  <a:pt x="9412" y="24240"/>
                </a:lnTo>
                <a:lnTo>
                  <a:pt x="9412" y="24383"/>
                </a:lnTo>
                <a:lnTo>
                  <a:pt x="9269" y="24526"/>
                </a:lnTo>
                <a:lnTo>
                  <a:pt x="9126" y="24811"/>
                </a:lnTo>
                <a:lnTo>
                  <a:pt x="9839" y="24526"/>
                </a:lnTo>
                <a:lnTo>
                  <a:pt x="10125" y="24240"/>
                </a:lnTo>
                <a:lnTo>
                  <a:pt x="10552" y="24098"/>
                </a:lnTo>
                <a:lnTo>
                  <a:pt x="11265" y="24240"/>
                </a:lnTo>
                <a:lnTo>
                  <a:pt x="11978" y="24383"/>
                </a:lnTo>
                <a:lnTo>
                  <a:pt x="12263" y="24240"/>
                </a:lnTo>
                <a:lnTo>
                  <a:pt x="12549" y="23955"/>
                </a:lnTo>
                <a:lnTo>
                  <a:pt x="11693" y="24098"/>
                </a:lnTo>
                <a:lnTo>
                  <a:pt x="11550" y="23955"/>
                </a:lnTo>
                <a:lnTo>
                  <a:pt x="11693" y="23955"/>
                </a:lnTo>
                <a:lnTo>
                  <a:pt x="13262" y="23528"/>
                </a:lnTo>
                <a:lnTo>
                  <a:pt x="16826" y="22529"/>
                </a:lnTo>
                <a:lnTo>
                  <a:pt x="16351" y="22815"/>
                </a:lnTo>
                <a:lnTo>
                  <a:pt x="16541" y="22815"/>
                </a:lnTo>
                <a:lnTo>
                  <a:pt x="16541" y="22957"/>
                </a:lnTo>
                <a:lnTo>
                  <a:pt x="16256" y="22957"/>
                </a:lnTo>
                <a:lnTo>
                  <a:pt x="16256" y="22872"/>
                </a:lnTo>
                <a:lnTo>
                  <a:pt x="16256" y="22872"/>
                </a:lnTo>
                <a:lnTo>
                  <a:pt x="16113" y="22957"/>
                </a:lnTo>
                <a:lnTo>
                  <a:pt x="16113" y="23100"/>
                </a:lnTo>
                <a:lnTo>
                  <a:pt x="16256" y="23100"/>
                </a:lnTo>
                <a:lnTo>
                  <a:pt x="17539" y="22815"/>
                </a:lnTo>
                <a:lnTo>
                  <a:pt x="18823" y="22529"/>
                </a:lnTo>
                <a:lnTo>
                  <a:pt x="18252" y="22529"/>
                </a:lnTo>
                <a:lnTo>
                  <a:pt x="18395" y="22387"/>
                </a:lnTo>
                <a:lnTo>
                  <a:pt x="18110" y="22387"/>
                </a:lnTo>
                <a:lnTo>
                  <a:pt x="17254" y="22529"/>
                </a:lnTo>
                <a:lnTo>
                  <a:pt x="19393" y="22102"/>
                </a:lnTo>
                <a:lnTo>
                  <a:pt x="20676" y="22102"/>
                </a:lnTo>
                <a:lnTo>
                  <a:pt x="20248" y="22387"/>
                </a:lnTo>
                <a:lnTo>
                  <a:pt x="18110" y="22957"/>
                </a:lnTo>
                <a:lnTo>
                  <a:pt x="16969" y="23242"/>
                </a:lnTo>
                <a:lnTo>
                  <a:pt x="15828" y="23385"/>
                </a:lnTo>
                <a:lnTo>
                  <a:pt x="17967" y="23385"/>
                </a:lnTo>
                <a:lnTo>
                  <a:pt x="19108" y="23290"/>
                </a:lnTo>
                <a:lnTo>
                  <a:pt x="19108" y="23290"/>
                </a:lnTo>
                <a:lnTo>
                  <a:pt x="19250" y="23242"/>
                </a:lnTo>
                <a:lnTo>
                  <a:pt x="19393" y="23242"/>
                </a:lnTo>
                <a:lnTo>
                  <a:pt x="19250" y="23278"/>
                </a:lnTo>
                <a:lnTo>
                  <a:pt x="19250" y="23278"/>
                </a:lnTo>
                <a:lnTo>
                  <a:pt x="19678" y="23242"/>
                </a:lnTo>
                <a:lnTo>
                  <a:pt x="20961" y="22957"/>
                </a:lnTo>
                <a:lnTo>
                  <a:pt x="22102" y="22815"/>
                </a:lnTo>
                <a:lnTo>
                  <a:pt x="22958" y="22529"/>
                </a:lnTo>
                <a:lnTo>
                  <a:pt x="23956" y="22387"/>
                </a:lnTo>
                <a:lnTo>
                  <a:pt x="25096" y="22244"/>
                </a:lnTo>
                <a:lnTo>
                  <a:pt x="25830" y="22407"/>
                </a:lnTo>
                <a:lnTo>
                  <a:pt x="25830" y="22407"/>
                </a:lnTo>
                <a:lnTo>
                  <a:pt x="25809" y="22387"/>
                </a:lnTo>
                <a:lnTo>
                  <a:pt x="26237" y="22244"/>
                </a:lnTo>
                <a:lnTo>
                  <a:pt x="26665" y="22244"/>
                </a:lnTo>
                <a:lnTo>
                  <a:pt x="27235" y="22102"/>
                </a:lnTo>
                <a:lnTo>
                  <a:pt x="27663" y="21959"/>
                </a:lnTo>
                <a:lnTo>
                  <a:pt x="27093" y="22102"/>
                </a:lnTo>
                <a:lnTo>
                  <a:pt x="26808" y="21959"/>
                </a:lnTo>
                <a:lnTo>
                  <a:pt x="26237" y="21959"/>
                </a:lnTo>
                <a:lnTo>
                  <a:pt x="26950" y="21674"/>
                </a:lnTo>
                <a:lnTo>
                  <a:pt x="26665" y="21531"/>
                </a:lnTo>
                <a:lnTo>
                  <a:pt x="26380" y="21389"/>
                </a:lnTo>
                <a:lnTo>
                  <a:pt x="26665" y="21246"/>
                </a:lnTo>
                <a:lnTo>
                  <a:pt x="28519" y="20818"/>
                </a:lnTo>
                <a:lnTo>
                  <a:pt x="30657" y="20533"/>
                </a:lnTo>
                <a:lnTo>
                  <a:pt x="31228" y="20533"/>
                </a:lnTo>
                <a:lnTo>
                  <a:pt x="31085" y="20676"/>
                </a:lnTo>
                <a:lnTo>
                  <a:pt x="31228" y="20818"/>
                </a:lnTo>
                <a:lnTo>
                  <a:pt x="31798" y="21104"/>
                </a:lnTo>
                <a:lnTo>
                  <a:pt x="30230" y="20961"/>
                </a:lnTo>
                <a:lnTo>
                  <a:pt x="29802" y="21104"/>
                </a:lnTo>
                <a:lnTo>
                  <a:pt x="29659" y="21246"/>
                </a:lnTo>
                <a:lnTo>
                  <a:pt x="29802" y="21389"/>
                </a:lnTo>
                <a:lnTo>
                  <a:pt x="30657" y="21389"/>
                </a:lnTo>
                <a:lnTo>
                  <a:pt x="30657" y="21531"/>
                </a:lnTo>
                <a:lnTo>
                  <a:pt x="30372" y="21531"/>
                </a:lnTo>
                <a:lnTo>
                  <a:pt x="29945" y="21674"/>
                </a:lnTo>
                <a:lnTo>
                  <a:pt x="30657" y="21674"/>
                </a:lnTo>
                <a:lnTo>
                  <a:pt x="30515" y="21817"/>
                </a:lnTo>
                <a:lnTo>
                  <a:pt x="30943" y="21817"/>
                </a:lnTo>
                <a:lnTo>
                  <a:pt x="33081" y="21531"/>
                </a:lnTo>
                <a:lnTo>
                  <a:pt x="35220" y="21104"/>
                </a:lnTo>
                <a:lnTo>
                  <a:pt x="35791" y="20961"/>
                </a:lnTo>
                <a:lnTo>
                  <a:pt x="34935" y="20961"/>
                </a:lnTo>
                <a:lnTo>
                  <a:pt x="35791" y="20818"/>
                </a:lnTo>
                <a:lnTo>
                  <a:pt x="36218" y="20818"/>
                </a:lnTo>
                <a:lnTo>
                  <a:pt x="36361" y="20676"/>
                </a:lnTo>
                <a:lnTo>
                  <a:pt x="35648" y="20676"/>
                </a:lnTo>
                <a:lnTo>
                  <a:pt x="36504" y="20533"/>
                </a:lnTo>
                <a:lnTo>
                  <a:pt x="37502" y="20248"/>
                </a:lnTo>
                <a:lnTo>
                  <a:pt x="37359" y="20248"/>
                </a:lnTo>
                <a:lnTo>
                  <a:pt x="38215" y="20105"/>
                </a:lnTo>
                <a:lnTo>
                  <a:pt x="38642" y="19963"/>
                </a:lnTo>
                <a:lnTo>
                  <a:pt x="38500" y="19963"/>
                </a:lnTo>
                <a:lnTo>
                  <a:pt x="37644" y="20105"/>
                </a:lnTo>
                <a:lnTo>
                  <a:pt x="37787" y="19963"/>
                </a:lnTo>
                <a:lnTo>
                  <a:pt x="38357" y="19820"/>
                </a:lnTo>
                <a:lnTo>
                  <a:pt x="39189" y="19701"/>
                </a:lnTo>
                <a:lnTo>
                  <a:pt x="39189" y="19701"/>
                </a:lnTo>
                <a:lnTo>
                  <a:pt x="39070" y="19820"/>
                </a:lnTo>
                <a:lnTo>
                  <a:pt x="39498" y="19963"/>
                </a:lnTo>
                <a:lnTo>
                  <a:pt x="39783" y="19963"/>
                </a:lnTo>
                <a:lnTo>
                  <a:pt x="39498" y="20105"/>
                </a:lnTo>
                <a:lnTo>
                  <a:pt x="39355" y="20248"/>
                </a:lnTo>
                <a:lnTo>
                  <a:pt x="39641" y="20248"/>
                </a:lnTo>
                <a:lnTo>
                  <a:pt x="39213" y="20391"/>
                </a:lnTo>
                <a:lnTo>
                  <a:pt x="39070" y="20391"/>
                </a:lnTo>
                <a:lnTo>
                  <a:pt x="39213" y="20248"/>
                </a:lnTo>
                <a:lnTo>
                  <a:pt x="39213" y="20248"/>
                </a:lnTo>
                <a:lnTo>
                  <a:pt x="38928" y="20391"/>
                </a:lnTo>
                <a:lnTo>
                  <a:pt x="38785" y="20533"/>
                </a:lnTo>
                <a:lnTo>
                  <a:pt x="37644" y="20533"/>
                </a:lnTo>
                <a:lnTo>
                  <a:pt x="37502" y="20676"/>
                </a:lnTo>
                <a:lnTo>
                  <a:pt x="37644" y="20676"/>
                </a:lnTo>
                <a:lnTo>
                  <a:pt x="36789" y="20961"/>
                </a:lnTo>
                <a:lnTo>
                  <a:pt x="37217" y="20961"/>
                </a:lnTo>
                <a:lnTo>
                  <a:pt x="39355" y="20676"/>
                </a:lnTo>
                <a:lnTo>
                  <a:pt x="38642" y="20961"/>
                </a:lnTo>
                <a:lnTo>
                  <a:pt x="38072" y="21104"/>
                </a:lnTo>
                <a:lnTo>
                  <a:pt x="37074" y="21246"/>
                </a:lnTo>
                <a:lnTo>
                  <a:pt x="35078" y="21531"/>
                </a:lnTo>
                <a:lnTo>
                  <a:pt x="37359" y="21389"/>
                </a:lnTo>
                <a:lnTo>
                  <a:pt x="38785" y="21104"/>
                </a:lnTo>
                <a:lnTo>
                  <a:pt x="39641" y="20961"/>
                </a:lnTo>
                <a:lnTo>
                  <a:pt x="40068" y="20818"/>
                </a:lnTo>
                <a:lnTo>
                  <a:pt x="40354" y="20533"/>
                </a:lnTo>
                <a:lnTo>
                  <a:pt x="40781" y="20391"/>
                </a:lnTo>
                <a:lnTo>
                  <a:pt x="42635" y="20391"/>
                </a:lnTo>
                <a:lnTo>
                  <a:pt x="42778" y="20533"/>
                </a:lnTo>
                <a:lnTo>
                  <a:pt x="42635" y="20676"/>
                </a:lnTo>
                <a:lnTo>
                  <a:pt x="42350" y="20818"/>
                </a:lnTo>
                <a:lnTo>
                  <a:pt x="42350" y="21104"/>
                </a:lnTo>
                <a:lnTo>
                  <a:pt x="42207" y="21246"/>
                </a:lnTo>
                <a:lnTo>
                  <a:pt x="42492" y="21389"/>
                </a:lnTo>
                <a:lnTo>
                  <a:pt x="43776" y="21389"/>
                </a:lnTo>
                <a:lnTo>
                  <a:pt x="44916" y="21246"/>
                </a:lnTo>
                <a:lnTo>
                  <a:pt x="44774" y="21246"/>
                </a:lnTo>
                <a:lnTo>
                  <a:pt x="44489" y="20961"/>
                </a:lnTo>
                <a:lnTo>
                  <a:pt x="44203" y="20818"/>
                </a:lnTo>
                <a:lnTo>
                  <a:pt x="43633" y="20961"/>
                </a:lnTo>
                <a:lnTo>
                  <a:pt x="43205" y="21104"/>
                </a:lnTo>
                <a:lnTo>
                  <a:pt x="43063" y="21104"/>
                </a:lnTo>
                <a:lnTo>
                  <a:pt x="42778" y="20961"/>
                </a:lnTo>
                <a:lnTo>
                  <a:pt x="44061" y="20676"/>
                </a:lnTo>
                <a:lnTo>
                  <a:pt x="44631" y="20391"/>
                </a:lnTo>
                <a:lnTo>
                  <a:pt x="44346" y="20391"/>
                </a:lnTo>
                <a:lnTo>
                  <a:pt x="43063" y="20533"/>
                </a:lnTo>
                <a:lnTo>
                  <a:pt x="44774" y="20105"/>
                </a:lnTo>
                <a:lnTo>
                  <a:pt x="46770" y="19963"/>
                </a:lnTo>
                <a:lnTo>
                  <a:pt x="48459" y="19842"/>
                </a:lnTo>
                <a:lnTo>
                  <a:pt x="48459" y="19842"/>
                </a:lnTo>
                <a:lnTo>
                  <a:pt x="48481" y="19820"/>
                </a:lnTo>
                <a:lnTo>
                  <a:pt x="48500" y="19839"/>
                </a:lnTo>
                <a:lnTo>
                  <a:pt x="48500" y="19839"/>
                </a:lnTo>
                <a:lnTo>
                  <a:pt x="48766" y="19820"/>
                </a:lnTo>
                <a:lnTo>
                  <a:pt x="50763" y="19678"/>
                </a:lnTo>
                <a:lnTo>
                  <a:pt x="52046" y="19820"/>
                </a:lnTo>
                <a:lnTo>
                  <a:pt x="52616" y="19963"/>
                </a:lnTo>
                <a:lnTo>
                  <a:pt x="51903" y="20105"/>
                </a:lnTo>
                <a:lnTo>
                  <a:pt x="49907" y="20391"/>
                </a:lnTo>
                <a:lnTo>
                  <a:pt x="49907" y="20391"/>
                </a:lnTo>
                <a:lnTo>
                  <a:pt x="53044" y="20105"/>
                </a:lnTo>
                <a:lnTo>
                  <a:pt x="55040" y="19963"/>
                </a:lnTo>
                <a:lnTo>
                  <a:pt x="56181" y="19963"/>
                </a:lnTo>
                <a:lnTo>
                  <a:pt x="56181" y="20248"/>
                </a:lnTo>
                <a:lnTo>
                  <a:pt x="57322" y="20105"/>
                </a:lnTo>
                <a:lnTo>
                  <a:pt x="57750" y="19963"/>
                </a:lnTo>
                <a:lnTo>
                  <a:pt x="57607" y="19820"/>
                </a:lnTo>
                <a:lnTo>
                  <a:pt x="57322" y="19820"/>
                </a:lnTo>
                <a:lnTo>
                  <a:pt x="55753" y="19678"/>
                </a:lnTo>
                <a:lnTo>
                  <a:pt x="56466" y="19393"/>
                </a:lnTo>
                <a:lnTo>
                  <a:pt x="57037" y="19250"/>
                </a:lnTo>
                <a:lnTo>
                  <a:pt x="57892" y="19393"/>
                </a:lnTo>
                <a:lnTo>
                  <a:pt x="58462" y="19393"/>
                </a:lnTo>
                <a:lnTo>
                  <a:pt x="59175" y="19250"/>
                </a:lnTo>
                <a:lnTo>
                  <a:pt x="60031" y="19107"/>
                </a:lnTo>
                <a:lnTo>
                  <a:pt x="61029" y="18537"/>
                </a:lnTo>
                <a:lnTo>
                  <a:pt x="60459" y="18537"/>
                </a:lnTo>
                <a:lnTo>
                  <a:pt x="60887" y="18394"/>
                </a:lnTo>
                <a:lnTo>
                  <a:pt x="60459" y="18394"/>
                </a:lnTo>
                <a:lnTo>
                  <a:pt x="59888" y="18537"/>
                </a:lnTo>
                <a:lnTo>
                  <a:pt x="59746" y="18394"/>
                </a:lnTo>
                <a:lnTo>
                  <a:pt x="59888" y="18252"/>
                </a:lnTo>
                <a:lnTo>
                  <a:pt x="61029" y="18109"/>
                </a:lnTo>
                <a:lnTo>
                  <a:pt x="62170" y="18109"/>
                </a:lnTo>
                <a:lnTo>
                  <a:pt x="62170" y="18252"/>
                </a:lnTo>
                <a:lnTo>
                  <a:pt x="61599" y="18394"/>
                </a:lnTo>
                <a:lnTo>
                  <a:pt x="62170" y="18537"/>
                </a:lnTo>
                <a:lnTo>
                  <a:pt x="62312" y="18680"/>
                </a:lnTo>
                <a:lnTo>
                  <a:pt x="62170" y="18680"/>
                </a:lnTo>
                <a:lnTo>
                  <a:pt x="60459" y="18965"/>
                </a:lnTo>
                <a:lnTo>
                  <a:pt x="62170" y="19107"/>
                </a:lnTo>
                <a:lnTo>
                  <a:pt x="62170" y="19250"/>
                </a:lnTo>
                <a:lnTo>
                  <a:pt x="61742" y="19250"/>
                </a:lnTo>
                <a:lnTo>
                  <a:pt x="61885" y="19393"/>
                </a:lnTo>
                <a:lnTo>
                  <a:pt x="61029" y="19393"/>
                </a:lnTo>
                <a:lnTo>
                  <a:pt x="61518" y="19270"/>
                </a:lnTo>
                <a:lnTo>
                  <a:pt x="61518" y="19270"/>
                </a:lnTo>
                <a:lnTo>
                  <a:pt x="60174" y="19393"/>
                </a:lnTo>
                <a:lnTo>
                  <a:pt x="59318" y="19678"/>
                </a:lnTo>
                <a:lnTo>
                  <a:pt x="58605" y="19963"/>
                </a:lnTo>
                <a:lnTo>
                  <a:pt x="62883" y="19963"/>
                </a:lnTo>
                <a:lnTo>
                  <a:pt x="63025" y="19820"/>
                </a:lnTo>
                <a:lnTo>
                  <a:pt x="63168" y="19678"/>
                </a:lnTo>
                <a:lnTo>
                  <a:pt x="63453" y="19393"/>
                </a:lnTo>
                <a:lnTo>
                  <a:pt x="64309" y="19107"/>
                </a:lnTo>
                <a:lnTo>
                  <a:pt x="66020" y="18680"/>
                </a:lnTo>
                <a:lnTo>
                  <a:pt x="66020" y="18680"/>
                </a:lnTo>
                <a:lnTo>
                  <a:pt x="65592" y="18822"/>
                </a:lnTo>
                <a:lnTo>
                  <a:pt x="66162" y="18822"/>
                </a:lnTo>
                <a:lnTo>
                  <a:pt x="66162" y="18965"/>
                </a:lnTo>
                <a:lnTo>
                  <a:pt x="65022" y="19107"/>
                </a:lnTo>
                <a:lnTo>
                  <a:pt x="66733" y="19250"/>
                </a:lnTo>
                <a:lnTo>
                  <a:pt x="67446" y="19393"/>
                </a:lnTo>
                <a:lnTo>
                  <a:pt x="67303" y="19535"/>
                </a:lnTo>
                <a:lnTo>
                  <a:pt x="67303" y="19535"/>
                </a:lnTo>
                <a:lnTo>
                  <a:pt x="73007" y="18680"/>
                </a:lnTo>
                <a:lnTo>
                  <a:pt x="76560" y="18246"/>
                </a:lnTo>
                <a:lnTo>
                  <a:pt x="76560" y="18246"/>
                </a:lnTo>
                <a:lnTo>
                  <a:pt x="76286" y="18109"/>
                </a:lnTo>
                <a:lnTo>
                  <a:pt x="76857" y="18109"/>
                </a:lnTo>
                <a:lnTo>
                  <a:pt x="76590" y="18243"/>
                </a:lnTo>
                <a:lnTo>
                  <a:pt x="76590" y="18243"/>
                </a:lnTo>
                <a:lnTo>
                  <a:pt x="78568" y="18001"/>
                </a:lnTo>
                <a:lnTo>
                  <a:pt x="78568" y="18001"/>
                </a:lnTo>
                <a:lnTo>
                  <a:pt x="78568" y="17967"/>
                </a:lnTo>
                <a:lnTo>
                  <a:pt x="76714" y="17967"/>
                </a:lnTo>
                <a:lnTo>
                  <a:pt x="77570" y="17682"/>
                </a:lnTo>
                <a:lnTo>
                  <a:pt x="78995" y="17682"/>
                </a:lnTo>
                <a:lnTo>
                  <a:pt x="79138" y="17824"/>
                </a:lnTo>
                <a:lnTo>
                  <a:pt x="79138" y="17933"/>
                </a:lnTo>
                <a:lnTo>
                  <a:pt x="79138" y="17933"/>
                </a:lnTo>
                <a:lnTo>
                  <a:pt x="79662" y="17870"/>
                </a:lnTo>
                <a:lnTo>
                  <a:pt x="79662" y="17870"/>
                </a:lnTo>
                <a:lnTo>
                  <a:pt x="79708" y="17824"/>
                </a:lnTo>
                <a:lnTo>
                  <a:pt x="79994" y="17824"/>
                </a:lnTo>
                <a:lnTo>
                  <a:pt x="79994" y="17831"/>
                </a:lnTo>
                <a:lnTo>
                  <a:pt x="79994" y="17831"/>
                </a:lnTo>
                <a:lnTo>
                  <a:pt x="81248" y="17682"/>
                </a:lnTo>
                <a:lnTo>
                  <a:pt x="80849" y="17682"/>
                </a:lnTo>
                <a:lnTo>
                  <a:pt x="81562" y="17396"/>
                </a:lnTo>
                <a:lnTo>
                  <a:pt x="81847" y="17396"/>
                </a:lnTo>
                <a:lnTo>
                  <a:pt x="81419" y="17539"/>
                </a:lnTo>
                <a:lnTo>
                  <a:pt x="81617" y="17638"/>
                </a:lnTo>
                <a:lnTo>
                  <a:pt x="81617" y="17638"/>
                </a:lnTo>
                <a:lnTo>
                  <a:pt x="84842" y="17254"/>
                </a:lnTo>
                <a:lnTo>
                  <a:pt x="90830" y="16541"/>
                </a:lnTo>
                <a:lnTo>
                  <a:pt x="103236" y="15543"/>
                </a:lnTo>
                <a:lnTo>
                  <a:pt x="115009" y="14749"/>
                </a:lnTo>
                <a:lnTo>
                  <a:pt x="115009" y="14749"/>
                </a:lnTo>
                <a:lnTo>
                  <a:pt x="115071" y="14687"/>
                </a:lnTo>
                <a:lnTo>
                  <a:pt x="115356" y="14687"/>
                </a:lnTo>
                <a:lnTo>
                  <a:pt x="115356" y="14726"/>
                </a:lnTo>
                <a:lnTo>
                  <a:pt x="115926" y="14687"/>
                </a:lnTo>
                <a:lnTo>
                  <a:pt x="128902" y="14259"/>
                </a:lnTo>
                <a:lnTo>
                  <a:pt x="142020" y="13832"/>
                </a:lnTo>
                <a:lnTo>
                  <a:pt x="145870" y="13832"/>
                </a:lnTo>
                <a:lnTo>
                  <a:pt x="146440" y="13974"/>
                </a:lnTo>
                <a:lnTo>
                  <a:pt x="146583" y="13832"/>
                </a:lnTo>
                <a:lnTo>
                  <a:pt x="147581" y="13832"/>
                </a:lnTo>
                <a:lnTo>
                  <a:pt x="147296" y="13689"/>
                </a:lnTo>
                <a:lnTo>
                  <a:pt x="146583" y="13689"/>
                </a:lnTo>
                <a:lnTo>
                  <a:pt x="147011" y="13547"/>
                </a:lnTo>
                <a:lnTo>
                  <a:pt x="147153" y="13547"/>
                </a:lnTo>
                <a:lnTo>
                  <a:pt x="147296" y="13689"/>
                </a:lnTo>
                <a:lnTo>
                  <a:pt x="147581" y="13689"/>
                </a:lnTo>
                <a:lnTo>
                  <a:pt x="147581" y="13832"/>
                </a:lnTo>
                <a:lnTo>
                  <a:pt x="153142" y="13832"/>
                </a:lnTo>
                <a:lnTo>
                  <a:pt x="153142" y="13689"/>
                </a:lnTo>
                <a:lnTo>
                  <a:pt x="153570" y="13689"/>
                </a:lnTo>
                <a:lnTo>
                  <a:pt x="153285" y="13832"/>
                </a:lnTo>
                <a:lnTo>
                  <a:pt x="159915" y="13832"/>
                </a:lnTo>
                <a:lnTo>
                  <a:pt x="160699" y="13689"/>
                </a:lnTo>
                <a:lnTo>
                  <a:pt x="160842" y="13832"/>
                </a:lnTo>
                <a:lnTo>
                  <a:pt x="168399" y="13832"/>
                </a:lnTo>
                <a:lnTo>
                  <a:pt x="170176" y="13851"/>
                </a:lnTo>
                <a:lnTo>
                  <a:pt x="170176" y="13851"/>
                </a:lnTo>
                <a:lnTo>
                  <a:pt x="170253" y="13832"/>
                </a:lnTo>
                <a:lnTo>
                  <a:pt x="171299" y="13737"/>
                </a:lnTo>
                <a:lnTo>
                  <a:pt x="171299" y="13737"/>
                </a:lnTo>
                <a:lnTo>
                  <a:pt x="170538" y="13832"/>
                </a:lnTo>
                <a:lnTo>
                  <a:pt x="170408" y="13853"/>
                </a:lnTo>
                <a:lnTo>
                  <a:pt x="170408" y="13853"/>
                </a:lnTo>
                <a:lnTo>
                  <a:pt x="172143" y="13872"/>
                </a:lnTo>
                <a:lnTo>
                  <a:pt x="172143" y="13872"/>
                </a:lnTo>
                <a:lnTo>
                  <a:pt x="171821" y="13832"/>
                </a:lnTo>
                <a:lnTo>
                  <a:pt x="171964" y="13832"/>
                </a:lnTo>
                <a:lnTo>
                  <a:pt x="171701" y="13700"/>
                </a:lnTo>
                <a:lnTo>
                  <a:pt x="171701" y="13700"/>
                </a:lnTo>
                <a:lnTo>
                  <a:pt x="171821" y="13689"/>
                </a:lnTo>
                <a:lnTo>
                  <a:pt x="172962" y="13547"/>
                </a:lnTo>
                <a:lnTo>
                  <a:pt x="173675" y="13689"/>
                </a:lnTo>
                <a:lnTo>
                  <a:pt x="174103" y="13689"/>
                </a:lnTo>
                <a:lnTo>
                  <a:pt x="174245" y="13832"/>
                </a:lnTo>
                <a:lnTo>
                  <a:pt x="174103" y="13832"/>
                </a:lnTo>
                <a:lnTo>
                  <a:pt x="173983" y="13892"/>
                </a:lnTo>
                <a:lnTo>
                  <a:pt x="173983" y="13892"/>
                </a:lnTo>
                <a:lnTo>
                  <a:pt x="179450" y="13951"/>
                </a:lnTo>
                <a:lnTo>
                  <a:pt x="179450" y="13951"/>
                </a:lnTo>
                <a:lnTo>
                  <a:pt x="179806" y="13832"/>
                </a:lnTo>
                <a:lnTo>
                  <a:pt x="179521" y="13832"/>
                </a:lnTo>
                <a:lnTo>
                  <a:pt x="179521" y="13689"/>
                </a:lnTo>
                <a:lnTo>
                  <a:pt x="179379" y="13547"/>
                </a:lnTo>
                <a:lnTo>
                  <a:pt x="179379" y="13547"/>
                </a:lnTo>
                <a:lnTo>
                  <a:pt x="179806" y="13689"/>
                </a:lnTo>
                <a:lnTo>
                  <a:pt x="180092" y="13832"/>
                </a:lnTo>
                <a:lnTo>
                  <a:pt x="179806" y="13832"/>
                </a:lnTo>
                <a:lnTo>
                  <a:pt x="179930" y="13956"/>
                </a:lnTo>
                <a:lnTo>
                  <a:pt x="179930" y="13956"/>
                </a:lnTo>
                <a:lnTo>
                  <a:pt x="181660" y="13974"/>
                </a:lnTo>
                <a:lnTo>
                  <a:pt x="194778" y="14402"/>
                </a:lnTo>
                <a:lnTo>
                  <a:pt x="207754" y="14830"/>
                </a:lnTo>
                <a:lnTo>
                  <a:pt x="220587" y="15400"/>
                </a:lnTo>
                <a:lnTo>
                  <a:pt x="243401" y="16455"/>
                </a:lnTo>
                <a:lnTo>
                  <a:pt x="243401" y="16455"/>
                </a:lnTo>
                <a:lnTo>
                  <a:pt x="243401" y="16398"/>
                </a:lnTo>
                <a:lnTo>
                  <a:pt x="243771" y="16472"/>
                </a:lnTo>
                <a:lnTo>
                  <a:pt x="243771" y="16472"/>
                </a:lnTo>
                <a:lnTo>
                  <a:pt x="245255" y="16541"/>
                </a:lnTo>
                <a:lnTo>
                  <a:pt x="263564" y="17558"/>
                </a:lnTo>
                <a:lnTo>
                  <a:pt x="263564" y="17558"/>
                </a:lnTo>
                <a:lnTo>
                  <a:pt x="263507" y="17539"/>
                </a:lnTo>
                <a:lnTo>
                  <a:pt x="263364" y="17396"/>
                </a:lnTo>
                <a:lnTo>
                  <a:pt x="263507" y="17396"/>
                </a:lnTo>
                <a:lnTo>
                  <a:pt x="263792" y="17254"/>
                </a:lnTo>
                <a:lnTo>
                  <a:pt x="265503" y="17254"/>
                </a:lnTo>
                <a:lnTo>
                  <a:pt x="266501" y="17539"/>
                </a:lnTo>
                <a:lnTo>
                  <a:pt x="266644" y="17539"/>
                </a:lnTo>
                <a:lnTo>
                  <a:pt x="266073" y="17682"/>
                </a:lnTo>
                <a:lnTo>
                  <a:pt x="265788" y="17682"/>
                </a:lnTo>
                <a:lnTo>
                  <a:pt x="265788" y="17682"/>
                </a:lnTo>
                <a:lnTo>
                  <a:pt x="265788" y="17682"/>
                </a:lnTo>
                <a:lnTo>
                  <a:pt x="267147" y="17757"/>
                </a:lnTo>
                <a:lnTo>
                  <a:pt x="267147" y="17757"/>
                </a:lnTo>
                <a:lnTo>
                  <a:pt x="267071" y="17682"/>
                </a:lnTo>
                <a:lnTo>
                  <a:pt x="267214" y="17682"/>
                </a:lnTo>
                <a:lnTo>
                  <a:pt x="267214" y="17761"/>
                </a:lnTo>
                <a:lnTo>
                  <a:pt x="267214" y="17761"/>
                </a:lnTo>
                <a:lnTo>
                  <a:pt x="268355" y="17824"/>
                </a:lnTo>
                <a:lnTo>
                  <a:pt x="268497" y="17824"/>
                </a:lnTo>
                <a:lnTo>
                  <a:pt x="268070" y="17682"/>
                </a:lnTo>
                <a:lnTo>
                  <a:pt x="266501" y="17396"/>
                </a:lnTo>
                <a:lnTo>
                  <a:pt x="266644" y="17396"/>
                </a:lnTo>
                <a:lnTo>
                  <a:pt x="266644" y="17254"/>
                </a:lnTo>
                <a:lnTo>
                  <a:pt x="266786" y="17396"/>
                </a:lnTo>
                <a:lnTo>
                  <a:pt x="268497" y="17396"/>
                </a:lnTo>
                <a:lnTo>
                  <a:pt x="265931" y="16969"/>
                </a:lnTo>
                <a:lnTo>
                  <a:pt x="267071" y="16969"/>
                </a:lnTo>
                <a:lnTo>
                  <a:pt x="267071" y="16826"/>
                </a:lnTo>
                <a:lnTo>
                  <a:pt x="266929" y="16826"/>
                </a:lnTo>
                <a:lnTo>
                  <a:pt x="266358" y="16683"/>
                </a:lnTo>
                <a:lnTo>
                  <a:pt x="266644" y="16541"/>
                </a:lnTo>
                <a:lnTo>
                  <a:pt x="266073" y="16256"/>
                </a:lnTo>
                <a:lnTo>
                  <a:pt x="265645" y="16113"/>
                </a:lnTo>
                <a:lnTo>
                  <a:pt x="265503" y="16113"/>
                </a:lnTo>
                <a:lnTo>
                  <a:pt x="265645" y="16256"/>
                </a:lnTo>
                <a:lnTo>
                  <a:pt x="266073" y="16541"/>
                </a:lnTo>
                <a:lnTo>
                  <a:pt x="264933" y="16683"/>
                </a:lnTo>
                <a:lnTo>
                  <a:pt x="263364" y="16683"/>
                </a:lnTo>
                <a:lnTo>
                  <a:pt x="262223" y="16541"/>
                </a:lnTo>
                <a:lnTo>
                  <a:pt x="262081" y="16398"/>
                </a:lnTo>
                <a:lnTo>
                  <a:pt x="262223" y="16256"/>
                </a:lnTo>
                <a:lnTo>
                  <a:pt x="262509" y="16113"/>
                </a:lnTo>
                <a:lnTo>
                  <a:pt x="262509" y="15971"/>
                </a:lnTo>
                <a:lnTo>
                  <a:pt x="262223" y="15828"/>
                </a:lnTo>
                <a:lnTo>
                  <a:pt x="261225" y="15828"/>
                </a:lnTo>
                <a:lnTo>
                  <a:pt x="261510" y="15685"/>
                </a:lnTo>
                <a:lnTo>
                  <a:pt x="261368" y="15543"/>
                </a:lnTo>
                <a:lnTo>
                  <a:pt x="261083" y="15543"/>
                </a:lnTo>
                <a:lnTo>
                  <a:pt x="261083" y="15685"/>
                </a:lnTo>
                <a:lnTo>
                  <a:pt x="260512" y="15685"/>
                </a:lnTo>
                <a:lnTo>
                  <a:pt x="259514" y="15400"/>
                </a:lnTo>
                <a:lnTo>
                  <a:pt x="259942" y="15400"/>
                </a:lnTo>
                <a:lnTo>
                  <a:pt x="261938" y="15258"/>
                </a:lnTo>
                <a:lnTo>
                  <a:pt x="260940" y="14972"/>
                </a:lnTo>
                <a:lnTo>
                  <a:pt x="261225" y="14972"/>
                </a:lnTo>
                <a:lnTo>
                  <a:pt x="261368" y="14830"/>
                </a:lnTo>
                <a:lnTo>
                  <a:pt x="260227" y="14545"/>
                </a:lnTo>
                <a:lnTo>
                  <a:pt x="260512" y="14402"/>
                </a:lnTo>
                <a:lnTo>
                  <a:pt x="261083" y="14545"/>
                </a:lnTo>
                <a:lnTo>
                  <a:pt x="261368" y="14545"/>
                </a:lnTo>
                <a:lnTo>
                  <a:pt x="261510" y="14402"/>
                </a:lnTo>
                <a:lnTo>
                  <a:pt x="261368" y="14402"/>
                </a:lnTo>
                <a:lnTo>
                  <a:pt x="260655" y="14117"/>
                </a:lnTo>
                <a:lnTo>
                  <a:pt x="260370" y="13974"/>
                </a:lnTo>
                <a:lnTo>
                  <a:pt x="260512" y="13832"/>
                </a:lnTo>
                <a:lnTo>
                  <a:pt x="260797" y="13689"/>
                </a:lnTo>
                <a:lnTo>
                  <a:pt x="261938" y="13547"/>
                </a:lnTo>
                <a:lnTo>
                  <a:pt x="263079" y="13547"/>
                </a:lnTo>
                <a:lnTo>
                  <a:pt x="261796" y="13261"/>
                </a:lnTo>
                <a:lnTo>
                  <a:pt x="261653" y="13261"/>
                </a:lnTo>
                <a:lnTo>
                  <a:pt x="261653" y="13119"/>
                </a:lnTo>
                <a:lnTo>
                  <a:pt x="262366" y="12834"/>
                </a:lnTo>
                <a:lnTo>
                  <a:pt x="261796" y="12691"/>
                </a:lnTo>
                <a:lnTo>
                  <a:pt x="261225" y="12548"/>
                </a:lnTo>
                <a:lnTo>
                  <a:pt x="261653" y="12406"/>
                </a:lnTo>
                <a:lnTo>
                  <a:pt x="261796" y="12406"/>
                </a:lnTo>
                <a:lnTo>
                  <a:pt x="261368" y="12263"/>
                </a:lnTo>
                <a:lnTo>
                  <a:pt x="260940" y="11978"/>
                </a:lnTo>
                <a:lnTo>
                  <a:pt x="261225" y="11836"/>
                </a:lnTo>
                <a:lnTo>
                  <a:pt x="261510" y="11978"/>
                </a:lnTo>
                <a:lnTo>
                  <a:pt x="261796" y="11836"/>
                </a:lnTo>
                <a:lnTo>
                  <a:pt x="261938" y="11693"/>
                </a:lnTo>
                <a:lnTo>
                  <a:pt x="262081" y="11408"/>
                </a:lnTo>
                <a:lnTo>
                  <a:pt x="262223" y="11408"/>
                </a:lnTo>
                <a:lnTo>
                  <a:pt x="262651" y="11265"/>
                </a:lnTo>
                <a:lnTo>
                  <a:pt x="263221" y="11265"/>
                </a:lnTo>
                <a:lnTo>
                  <a:pt x="263221" y="11123"/>
                </a:lnTo>
                <a:lnTo>
                  <a:pt x="262794" y="10980"/>
                </a:lnTo>
                <a:lnTo>
                  <a:pt x="262651" y="10837"/>
                </a:lnTo>
                <a:lnTo>
                  <a:pt x="263079" y="10837"/>
                </a:lnTo>
                <a:lnTo>
                  <a:pt x="263079" y="10695"/>
                </a:lnTo>
                <a:lnTo>
                  <a:pt x="262794" y="10410"/>
                </a:lnTo>
                <a:lnTo>
                  <a:pt x="261653" y="10267"/>
                </a:lnTo>
                <a:lnTo>
                  <a:pt x="261938" y="10410"/>
                </a:lnTo>
                <a:lnTo>
                  <a:pt x="262223" y="10552"/>
                </a:lnTo>
                <a:lnTo>
                  <a:pt x="261938" y="10552"/>
                </a:lnTo>
                <a:lnTo>
                  <a:pt x="262509" y="10695"/>
                </a:lnTo>
                <a:lnTo>
                  <a:pt x="262223" y="10695"/>
                </a:lnTo>
                <a:lnTo>
                  <a:pt x="260797" y="10552"/>
                </a:lnTo>
                <a:lnTo>
                  <a:pt x="261083" y="10410"/>
                </a:lnTo>
                <a:lnTo>
                  <a:pt x="260370" y="10410"/>
                </a:lnTo>
                <a:lnTo>
                  <a:pt x="260370" y="10505"/>
                </a:lnTo>
                <a:lnTo>
                  <a:pt x="260370" y="10505"/>
                </a:lnTo>
                <a:lnTo>
                  <a:pt x="259799" y="10410"/>
                </a:lnTo>
                <a:lnTo>
                  <a:pt x="260084" y="10267"/>
                </a:lnTo>
                <a:lnTo>
                  <a:pt x="260655" y="10125"/>
                </a:lnTo>
                <a:lnTo>
                  <a:pt x="261083" y="9982"/>
                </a:lnTo>
                <a:lnTo>
                  <a:pt x="260370" y="9697"/>
                </a:lnTo>
                <a:lnTo>
                  <a:pt x="261083" y="9697"/>
                </a:lnTo>
                <a:lnTo>
                  <a:pt x="262223" y="9839"/>
                </a:lnTo>
                <a:lnTo>
                  <a:pt x="262287" y="9823"/>
                </a:lnTo>
                <a:lnTo>
                  <a:pt x="262287" y="9823"/>
                </a:lnTo>
                <a:lnTo>
                  <a:pt x="261653" y="9697"/>
                </a:lnTo>
                <a:lnTo>
                  <a:pt x="262509" y="9697"/>
                </a:lnTo>
                <a:lnTo>
                  <a:pt x="262413" y="9792"/>
                </a:lnTo>
                <a:lnTo>
                  <a:pt x="262413" y="9792"/>
                </a:lnTo>
                <a:lnTo>
                  <a:pt x="262794" y="9697"/>
                </a:lnTo>
                <a:lnTo>
                  <a:pt x="263079" y="9554"/>
                </a:lnTo>
                <a:lnTo>
                  <a:pt x="262936" y="9412"/>
                </a:lnTo>
                <a:lnTo>
                  <a:pt x="262651" y="9412"/>
                </a:lnTo>
                <a:lnTo>
                  <a:pt x="261653" y="9554"/>
                </a:lnTo>
                <a:lnTo>
                  <a:pt x="260940" y="9554"/>
                </a:lnTo>
                <a:lnTo>
                  <a:pt x="260512" y="9412"/>
                </a:lnTo>
                <a:lnTo>
                  <a:pt x="261653" y="9412"/>
                </a:lnTo>
                <a:lnTo>
                  <a:pt x="261083" y="9269"/>
                </a:lnTo>
                <a:lnTo>
                  <a:pt x="261510" y="9126"/>
                </a:lnTo>
                <a:lnTo>
                  <a:pt x="261510" y="8984"/>
                </a:lnTo>
                <a:lnTo>
                  <a:pt x="261368" y="8841"/>
                </a:lnTo>
                <a:lnTo>
                  <a:pt x="261796" y="8699"/>
                </a:lnTo>
                <a:lnTo>
                  <a:pt x="261510" y="8556"/>
                </a:lnTo>
                <a:lnTo>
                  <a:pt x="261510" y="8556"/>
                </a:lnTo>
                <a:lnTo>
                  <a:pt x="261938" y="8699"/>
                </a:lnTo>
                <a:lnTo>
                  <a:pt x="262509" y="8699"/>
                </a:lnTo>
                <a:lnTo>
                  <a:pt x="262794" y="8556"/>
                </a:lnTo>
                <a:lnTo>
                  <a:pt x="262509" y="8556"/>
                </a:lnTo>
                <a:lnTo>
                  <a:pt x="262651" y="8413"/>
                </a:lnTo>
                <a:lnTo>
                  <a:pt x="262651" y="8271"/>
                </a:lnTo>
                <a:lnTo>
                  <a:pt x="262223" y="8413"/>
                </a:lnTo>
                <a:lnTo>
                  <a:pt x="262223" y="8271"/>
                </a:lnTo>
                <a:lnTo>
                  <a:pt x="262366" y="8128"/>
                </a:lnTo>
                <a:lnTo>
                  <a:pt x="263934" y="8128"/>
                </a:lnTo>
                <a:lnTo>
                  <a:pt x="263649" y="7986"/>
                </a:lnTo>
                <a:lnTo>
                  <a:pt x="263792" y="7986"/>
                </a:lnTo>
                <a:lnTo>
                  <a:pt x="263792" y="7843"/>
                </a:lnTo>
                <a:lnTo>
                  <a:pt x="264077" y="7843"/>
                </a:lnTo>
                <a:lnTo>
                  <a:pt x="263649" y="7701"/>
                </a:lnTo>
                <a:lnTo>
                  <a:pt x="263792" y="7558"/>
                </a:lnTo>
                <a:lnTo>
                  <a:pt x="263649" y="7558"/>
                </a:lnTo>
                <a:lnTo>
                  <a:pt x="262936" y="7415"/>
                </a:lnTo>
                <a:lnTo>
                  <a:pt x="263507" y="7415"/>
                </a:lnTo>
                <a:lnTo>
                  <a:pt x="263792" y="7273"/>
                </a:lnTo>
                <a:lnTo>
                  <a:pt x="263934" y="6988"/>
                </a:lnTo>
                <a:lnTo>
                  <a:pt x="263792" y="6702"/>
                </a:lnTo>
                <a:lnTo>
                  <a:pt x="263507" y="6417"/>
                </a:lnTo>
                <a:lnTo>
                  <a:pt x="263507" y="6275"/>
                </a:lnTo>
                <a:lnTo>
                  <a:pt x="263792" y="6275"/>
                </a:lnTo>
                <a:lnTo>
                  <a:pt x="261653" y="5990"/>
                </a:lnTo>
                <a:lnTo>
                  <a:pt x="260084" y="5704"/>
                </a:lnTo>
                <a:lnTo>
                  <a:pt x="257660" y="5134"/>
                </a:lnTo>
                <a:lnTo>
                  <a:pt x="256662" y="4849"/>
                </a:lnTo>
                <a:lnTo>
                  <a:pt x="255522" y="4706"/>
                </a:lnTo>
                <a:lnTo>
                  <a:pt x="252099" y="4706"/>
                </a:lnTo>
                <a:lnTo>
                  <a:pt x="252385" y="4849"/>
                </a:lnTo>
                <a:lnTo>
                  <a:pt x="252955" y="4991"/>
                </a:lnTo>
                <a:lnTo>
                  <a:pt x="254238" y="5134"/>
                </a:lnTo>
                <a:lnTo>
                  <a:pt x="254523" y="5134"/>
                </a:lnTo>
                <a:lnTo>
                  <a:pt x="252670" y="5277"/>
                </a:lnTo>
                <a:lnTo>
                  <a:pt x="254666" y="5847"/>
                </a:lnTo>
                <a:lnTo>
                  <a:pt x="255807" y="6275"/>
                </a:lnTo>
                <a:lnTo>
                  <a:pt x="255949" y="6560"/>
                </a:lnTo>
                <a:lnTo>
                  <a:pt x="256092" y="6560"/>
                </a:lnTo>
                <a:lnTo>
                  <a:pt x="256092" y="6702"/>
                </a:lnTo>
                <a:lnTo>
                  <a:pt x="255949" y="6560"/>
                </a:lnTo>
                <a:lnTo>
                  <a:pt x="255379" y="6560"/>
                </a:lnTo>
                <a:lnTo>
                  <a:pt x="254809" y="6417"/>
                </a:lnTo>
                <a:lnTo>
                  <a:pt x="254238" y="6417"/>
                </a:lnTo>
                <a:lnTo>
                  <a:pt x="254523" y="6275"/>
                </a:lnTo>
                <a:lnTo>
                  <a:pt x="253811" y="6132"/>
                </a:lnTo>
                <a:lnTo>
                  <a:pt x="253668" y="5990"/>
                </a:lnTo>
                <a:lnTo>
                  <a:pt x="253240" y="5847"/>
                </a:lnTo>
                <a:lnTo>
                  <a:pt x="252242" y="5847"/>
                </a:lnTo>
                <a:lnTo>
                  <a:pt x="251672" y="5990"/>
                </a:lnTo>
                <a:lnTo>
                  <a:pt x="252812" y="6132"/>
                </a:lnTo>
                <a:lnTo>
                  <a:pt x="252670" y="6275"/>
                </a:lnTo>
                <a:lnTo>
                  <a:pt x="252670" y="6417"/>
                </a:lnTo>
                <a:lnTo>
                  <a:pt x="253098" y="6560"/>
                </a:lnTo>
                <a:lnTo>
                  <a:pt x="254809" y="6702"/>
                </a:lnTo>
                <a:lnTo>
                  <a:pt x="256092" y="6988"/>
                </a:lnTo>
                <a:lnTo>
                  <a:pt x="255094" y="7130"/>
                </a:lnTo>
                <a:lnTo>
                  <a:pt x="255522" y="7273"/>
                </a:lnTo>
                <a:lnTo>
                  <a:pt x="255379" y="7415"/>
                </a:lnTo>
                <a:lnTo>
                  <a:pt x="254951" y="7558"/>
                </a:lnTo>
                <a:lnTo>
                  <a:pt x="254381" y="7558"/>
                </a:lnTo>
                <a:lnTo>
                  <a:pt x="254381" y="7986"/>
                </a:lnTo>
                <a:lnTo>
                  <a:pt x="254096" y="8128"/>
                </a:lnTo>
                <a:lnTo>
                  <a:pt x="253525" y="8128"/>
                </a:lnTo>
                <a:lnTo>
                  <a:pt x="252955" y="7843"/>
                </a:lnTo>
                <a:lnTo>
                  <a:pt x="253383" y="7843"/>
                </a:lnTo>
                <a:lnTo>
                  <a:pt x="253668" y="7701"/>
                </a:lnTo>
                <a:lnTo>
                  <a:pt x="253811" y="7701"/>
                </a:lnTo>
                <a:lnTo>
                  <a:pt x="253668" y="7415"/>
                </a:lnTo>
                <a:lnTo>
                  <a:pt x="252955" y="7130"/>
                </a:lnTo>
                <a:lnTo>
                  <a:pt x="252099" y="6988"/>
                </a:lnTo>
                <a:lnTo>
                  <a:pt x="253383" y="6988"/>
                </a:lnTo>
                <a:lnTo>
                  <a:pt x="251672" y="6702"/>
                </a:lnTo>
                <a:lnTo>
                  <a:pt x="252099" y="6702"/>
                </a:lnTo>
                <a:lnTo>
                  <a:pt x="251672" y="6560"/>
                </a:lnTo>
                <a:lnTo>
                  <a:pt x="251529" y="6560"/>
                </a:lnTo>
                <a:lnTo>
                  <a:pt x="252099" y="6417"/>
                </a:lnTo>
                <a:lnTo>
                  <a:pt x="251814" y="6275"/>
                </a:lnTo>
                <a:lnTo>
                  <a:pt x="251672" y="6275"/>
                </a:lnTo>
                <a:lnTo>
                  <a:pt x="252099" y="6132"/>
                </a:lnTo>
                <a:lnTo>
                  <a:pt x="250959" y="6132"/>
                </a:lnTo>
                <a:lnTo>
                  <a:pt x="250959" y="5990"/>
                </a:lnTo>
                <a:lnTo>
                  <a:pt x="250959" y="5847"/>
                </a:lnTo>
                <a:lnTo>
                  <a:pt x="251957" y="5704"/>
                </a:lnTo>
                <a:lnTo>
                  <a:pt x="250816" y="5847"/>
                </a:lnTo>
                <a:lnTo>
                  <a:pt x="248677" y="5704"/>
                </a:lnTo>
                <a:lnTo>
                  <a:pt x="247822" y="5704"/>
                </a:lnTo>
                <a:lnTo>
                  <a:pt x="247251" y="5419"/>
                </a:lnTo>
                <a:lnTo>
                  <a:pt x="247537" y="5277"/>
                </a:lnTo>
                <a:lnTo>
                  <a:pt x="246681" y="5134"/>
                </a:lnTo>
                <a:lnTo>
                  <a:pt x="245968" y="5134"/>
                </a:lnTo>
                <a:lnTo>
                  <a:pt x="246824" y="4991"/>
                </a:lnTo>
                <a:lnTo>
                  <a:pt x="244970" y="4706"/>
                </a:lnTo>
                <a:lnTo>
                  <a:pt x="244685" y="4706"/>
                </a:lnTo>
                <a:lnTo>
                  <a:pt x="244827" y="4849"/>
                </a:lnTo>
                <a:lnTo>
                  <a:pt x="244827" y="4991"/>
                </a:lnTo>
                <a:lnTo>
                  <a:pt x="244685" y="5134"/>
                </a:lnTo>
                <a:lnTo>
                  <a:pt x="243972" y="5134"/>
                </a:lnTo>
                <a:lnTo>
                  <a:pt x="242831" y="4849"/>
                </a:lnTo>
                <a:lnTo>
                  <a:pt x="243972" y="4991"/>
                </a:lnTo>
                <a:lnTo>
                  <a:pt x="244114" y="4849"/>
                </a:lnTo>
                <a:lnTo>
                  <a:pt x="244257" y="4849"/>
                </a:lnTo>
                <a:lnTo>
                  <a:pt x="243116" y="4706"/>
                </a:lnTo>
                <a:lnTo>
                  <a:pt x="242974" y="4564"/>
                </a:lnTo>
                <a:lnTo>
                  <a:pt x="243116" y="4421"/>
                </a:lnTo>
                <a:lnTo>
                  <a:pt x="242974" y="4278"/>
                </a:lnTo>
                <a:lnTo>
                  <a:pt x="242689" y="4136"/>
                </a:lnTo>
                <a:lnTo>
                  <a:pt x="243687" y="4278"/>
                </a:lnTo>
                <a:lnTo>
                  <a:pt x="243829" y="4421"/>
                </a:lnTo>
                <a:lnTo>
                  <a:pt x="243972" y="4421"/>
                </a:lnTo>
                <a:lnTo>
                  <a:pt x="243259" y="4564"/>
                </a:lnTo>
                <a:lnTo>
                  <a:pt x="244542" y="4564"/>
                </a:lnTo>
                <a:lnTo>
                  <a:pt x="244970" y="4421"/>
                </a:lnTo>
                <a:lnTo>
                  <a:pt x="245113" y="4421"/>
                </a:lnTo>
                <a:lnTo>
                  <a:pt x="245113" y="4278"/>
                </a:lnTo>
                <a:lnTo>
                  <a:pt x="244685" y="4136"/>
                </a:lnTo>
                <a:lnTo>
                  <a:pt x="243259" y="3851"/>
                </a:lnTo>
                <a:lnTo>
                  <a:pt x="242118" y="3851"/>
                </a:lnTo>
                <a:lnTo>
                  <a:pt x="242118" y="3708"/>
                </a:lnTo>
                <a:lnTo>
                  <a:pt x="242974" y="3708"/>
                </a:lnTo>
                <a:lnTo>
                  <a:pt x="242689" y="3423"/>
                </a:lnTo>
                <a:lnTo>
                  <a:pt x="242403" y="3423"/>
                </a:lnTo>
                <a:lnTo>
                  <a:pt x="241833" y="3566"/>
                </a:lnTo>
                <a:lnTo>
                  <a:pt x="241405" y="3708"/>
                </a:lnTo>
                <a:lnTo>
                  <a:pt x="241120" y="3851"/>
                </a:lnTo>
                <a:lnTo>
                  <a:pt x="240835" y="3708"/>
                </a:lnTo>
                <a:lnTo>
                  <a:pt x="241120" y="3993"/>
                </a:lnTo>
                <a:lnTo>
                  <a:pt x="241548" y="3993"/>
                </a:lnTo>
                <a:lnTo>
                  <a:pt x="241690" y="4136"/>
                </a:lnTo>
                <a:lnTo>
                  <a:pt x="241120" y="4136"/>
                </a:lnTo>
                <a:lnTo>
                  <a:pt x="240550" y="3851"/>
                </a:lnTo>
                <a:lnTo>
                  <a:pt x="238981" y="3280"/>
                </a:lnTo>
                <a:lnTo>
                  <a:pt x="237128" y="2710"/>
                </a:lnTo>
                <a:lnTo>
                  <a:pt x="234989" y="2425"/>
                </a:lnTo>
                <a:lnTo>
                  <a:pt x="232850" y="2282"/>
                </a:lnTo>
                <a:lnTo>
                  <a:pt x="230854" y="2282"/>
                </a:lnTo>
                <a:lnTo>
                  <a:pt x="229142" y="2425"/>
                </a:lnTo>
                <a:lnTo>
                  <a:pt x="228572" y="2567"/>
                </a:lnTo>
                <a:lnTo>
                  <a:pt x="228002" y="2853"/>
                </a:lnTo>
                <a:lnTo>
                  <a:pt x="228002" y="2995"/>
                </a:lnTo>
                <a:lnTo>
                  <a:pt x="228002" y="3138"/>
                </a:lnTo>
                <a:lnTo>
                  <a:pt x="228430" y="3280"/>
                </a:lnTo>
                <a:lnTo>
                  <a:pt x="229855" y="3423"/>
                </a:lnTo>
                <a:lnTo>
                  <a:pt x="230568" y="3566"/>
                </a:lnTo>
                <a:lnTo>
                  <a:pt x="228857" y="3423"/>
                </a:lnTo>
                <a:lnTo>
                  <a:pt x="228715" y="3566"/>
                </a:lnTo>
                <a:lnTo>
                  <a:pt x="227859" y="3566"/>
                </a:lnTo>
                <a:lnTo>
                  <a:pt x="227859" y="3708"/>
                </a:lnTo>
                <a:lnTo>
                  <a:pt x="226433" y="3851"/>
                </a:lnTo>
                <a:lnTo>
                  <a:pt x="225578" y="3851"/>
                </a:lnTo>
                <a:lnTo>
                  <a:pt x="225863" y="3566"/>
                </a:lnTo>
                <a:lnTo>
                  <a:pt x="225578" y="3566"/>
                </a:lnTo>
                <a:lnTo>
                  <a:pt x="225578" y="3423"/>
                </a:lnTo>
                <a:lnTo>
                  <a:pt x="225720" y="3280"/>
                </a:lnTo>
                <a:lnTo>
                  <a:pt x="226148" y="3423"/>
                </a:lnTo>
                <a:lnTo>
                  <a:pt x="225720" y="3423"/>
                </a:lnTo>
                <a:lnTo>
                  <a:pt x="225863" y="3566"/>
                </a:lnTo>
                <a:lnTo>
                  <a:pt x="226861" y="3280"/>
                </a:lnTo>
                <a:lnTo>
                  <a:pt x="225863" y="3280"/>
                </a:lnTo>
                <a:lnTo>
                  <a:pt x="225578" y="3138"/>
                </a:lnTo>
                <a:lnTo>
                  <a:pt x="225720" y="2853"/>
                </a:lnTo>
                <a:lnTo>
                  <a:pt x="225007" y="2853"/>
                </a:lnTo>
                <a:lnTo>
                  <a:pt x="224865" y="2710"/>
                </a:lnTo>
                <a:lnTo>
                  <a:pt x="225578" y="2567"/>
                </a:lnTo>
                <a:lnTo>
                  <a:pt x="226291" y="2425"/>
                </a:lnTo>
                <a:lnTo>
                  <a:pt x="225150" y="2425"/>
                </a:lnTo>
                <a:lnTo>
                  <a:pt x="224722" y="2567"/>
                </a:lnTo>
                <a:lnTo>
                  <a:pt x="224294" y="2425"/>
                </a:lnTo>
                <a:lnTo>
                  <a:pt x="224865" y="2425"/>
                </a:lnTo>
                <a:lnTo>
                  <a:pt x="224865" y="2282"/>
                </a:lnTo>
                <a:lnTo>
                  <a:pt x="224294" y="2140"/>
                </a:lnTo>
                <a:lnTo>
                  <a:pt x="223581" y="2140"/>
                </a:lnTo>
                <a:lnTo>
                  <a:pt x="223724" y="2282"/>
                </a:lnTo>
                <a:lnTo>
                  <a:pt x="224152" y="2425"/>
                </a:lnTo>
                <a:lnTo>
                  <a:pt x="224294" y="2567"/>
                </a:lnTo>
                <a:lnTo>
                  <a:pt x="224152" y="2710"/>
                </a:lnTo>
                <a:lnTo>
                  <a:pt x="223439" y="2567"/>
                </a:lnTo>
                <a:lnTo>
                  <a:pt x="223011" y="2567"/>
                </a:lnTo>
                <a:lnTo>
                  <a:pt x="223724" y="2853"/>
                </a:lnTo>
                <a:lnTo>
                  <a:pt x="220159" y="2567"/>
                </a:lnTo>
                <a:lnTo>
                  <a:pt x="218962" y="2453"/>
                </a:lnTo>
                <a:lnTo>
                  <a:pt x="218962" y="2453"/>
                </a:lnTo>
                <a:lnTo>
                  <a:pt x="219304" y="2567"/>
                </a:lnTo>
                <a:lnTo>
                  <a:pt x="218733" y="2567"/>
                </a:lnTo>
                <a:lnTo>
                  <a:pt x="218733" y="2432"/>
                </a:lnTo>
                <a:lnTo>
                  <a:pt x="218733" y="2432"/>
                </a:lnTo>
                <a:lnTo>
                  <a:pt x="217165" y="2282"/>
                </a:lnTo>
                <a:lnTo>
                  <a:pt x="214598" y="2282"/>
                </a:lnTo>
                <a:lnTo>
                  <a:pt x="213600" y="2425"/>
                </a:lnTo>
                <a:lnTo>
                  <a:pt x="212602" y="2710"/>
                </a:lnTo>
                <a:lnTo>
                  <a:pt x="210891" y="2140"/>
                </a:lnTo>
                <a:lnTo>
                  <a:pt x="209180" y="1712"/>
                </a:lnTo>
                <a:lnTo>
                  <a:pt x="208324" y="1569"/>
                </a:lnTo>
                <a:lnTo>
                  <a:pt x="207897" y="1569"/>
                </a:lnTo>
                <a:lnTo>
                  <a:pt x="207754" y="1712"/>
                </a:lnTo>
                <a:lnTo>
                  <a:pt x="208467" y="1712"/>
                </a:lnTo>
                <a:lnTo>
                  <a:pt x="208182" y="1855"/>
                </a:lnTo>
                <a:lnTo>
                  <a:pt x="208039" y="1855"/>
                </a:lnTo>
                <a:lnTo>
                  <a:pt x="207897" y="1997"/>
                </a:lnTo>
                <a:lnTo>
                  <a:pt x="207469" y="2140"/>
                </a:lnTo>
                <a:lnTo>
                  <a:pt x="207754" y="2282"/>
                </a:lnTo>
                <a:lnTo>
                  <a:pt x="207611" y="2282"/>
                </a:lnTo>
                <a:lnTo>
                  <a:pt x="207041" y="2140"/>
                </a:lnTo>
                <a:lnTo>
                  <a:pt x="206186" y="1855"/>
                </a:lnTo>
                <a:lnTo>
                  <a:pt x="205900" y="1855"/>
                </a:lnTo>
                <a:lnTo>
                  <a:pt x="205900" y="1997"/>
                </a:lnTo>
                <a:lnTo>
                  <a:pt x="206043" y="2140"/>
                </a:lnTo>
                <a:lnTo>
                  <a:pt x="205615" y="2140"/>
                </a:lnTo>
                <a:lnTo>
                  <a:pt x="205187" y="2282"/>
                </a:lnTo>
                <a:lnTo>
                  <a:pt x="205045" y="2282"/>
                </a:lnTo>
                <a:lnTo>
                  <a:pt x="205045" y="2425"/>
                </a:lnTo>
                <a:lnTo>
                  <a:pt x="205473" y="2567"/>
                </a:lnTo>
                <a:lnTo>
                  <a:pt x="205900" y="2567"/>
                </a:lnTo>
                <a:lnTo>
                  <a:pt x="206043" y="2425"/>
                </a:lnTo>
                <a:lnTo>
                  <a:pt x="206043" y="2282"/>
                </a:lnTo>
                <a:lnTo>
                  <a:pt x="206186" y="2282"/>
                </a:lnTo>
                <a:lnTo>
                  <a:pt x="206898" y="2425"/>
                </a:lnTo>
                <a:lnTo>
                  <a:pt x="206471" y="2567"/>
                </a:lnTo>
                <a:lnTo>
                  <a:pt x="206756" y="2853"/>
                </a:lnTo>
                <a:lnTo>
                  <a:pt x="206898" y="2995"/>
                </a:lnTo>
                <a:lnTo>
                  <a:pt x="205473" y="2995"/>
                </a:lnTo>
                <a:lnTo>
                  <a:pt x="206328" y="2853"/>
                </a:lnTo>
                <a:lnTo>
                  <a:pt x="206186" y="2710"/>
                </a:lnTo>
                <a:lnTo>
                  <a:pt x="205330" y="2710"/>
                </a:lnTo>
                <a:lnTo>
                  <a:pt x="204474" y="2567"/>
                </a:lnTo>
                <a:lnTo>
                  <a:pt x="204189" y="2710"/>
                </a:lnTo>
                <a:lnTo>
                  <a:pt x="204332" y="2710"/>
                </a:lnTo>
                <a:lnTo>
                  <a:pt x="204617" y="2853"/>
                </a:lnTo>
                <a:lnTo>
                  <a:pt x="204617" y="2995"/>
                </a:lnTo>
                <a:lnTo>
                  <a:pt x="204902" y="2995"/>
                </a:lnTo>
                <a:lnTo>
                  <a:pt x="204332" y="3138"/>
                </a:lnTo>
                <a:lnTo>
                  <a:pt x="204617" y="3138"/>
                </a:lnTo>
                <a:lnTo>
                  <a:pt x="205187" y="3280"/>
                </a:lnTo>
                <a:lnTo>
                  <a:pt x="205473" y="3423"/>
                </a:lnTo>
                <a:lnTo>
                  <a:pt x="205615" y="3566"/>
                </a:lnTo>
                <a:lnTo>
                  <a:pt x="204760" y="3566"/>
                </a:lnTo>
                <a:lnTo>
                  <a:pt x="204474" y="3280"/>
                </a:lnTo>
                <a:lnTo>
                  <a:pt x="204189" y="3138"/>
                </a:lnTo>
                <a:lnTo>
                  <a:pt x="203191" y="2853"/>
                </a:lnTo>
                <a:lnTo>
                  <a:pt x="202050" y="2853"/>
                </a:lnTo>
                <a:lnTo>
                  <a:pt x="200767" y="2710"/>
                </a:lnTo>
                <a:lnTo>
                  <a:pt x="198628" y="2710"/>
                </a:lnTo>
                <a:lnTo>
                  <a:pt x="198058" y="2567"/>
                </a:lnTo>
                <a:lnTo>
                  <a:pt x="197915" y="2425"/>
                </a:lnTo>
                <a:lnTo>
                  <a:pt x="197915" y="2282"/>
                </a:lnTo>
                <a:lnTo>
                  <a:pt x="197345" y="2425"/>
                </a:lnTo>
                <a:lnTo>
                  <a:pt x="197488" y="2282"/>
                </a:lnTo>
                <a:lnTo>
                  <a:pt x="197630" y="2140"/>
                </a:lnTo>
                <a:lnTo>
                  <a:pt x="197488" y="1997"/>
                </a:lnTo>
                <a:lnTo>
                  <a:pt x="196489" y="1997"/>
                </a:lnTo>
                <a:lnTo>
                  <a:pt x="196489" y="2140"/>
                </a:lnTo>
                <a:lnTo>
                  <a:pt x="196632" y="2282"/>
                </a:lnTo>
                <a:lnTo>
                  <a:pt x="197202" y="2282"/>
                </a:lnTo>
                <a:lnTo>
                  <a:pt x="196489" y="2425"/>
                </a:lnTo>
                <a:lnTo>
                  <a:pt x="196062" y="2425"/>
                </a:lnTo>
                <a:lnTo>
                  <a:pt x="195634" y="2140"/>
                </a:lnTo>
                <a:lnTo>
                  <a:pt x="195349" y="1997"/>
                </a:lnTo>
                <a:lnTo>
                  <a:pt x="194778" y="1855"/>
                </a:lnTo>
                <a:lnTo>
                  <a:pt x="194065" y="1855"/>
                </a:lnTo>
                <a:lnTo>
                  <a:pt x="193495" y="1997"/>
                </a:lnTo>
                <a:lnTo>
                  <a:pt x="193780" y="2282"/>
                </a:lnTo>
                <a:lnTo>
                  <a:pt x="193638" y="2425"/>
                </a:lnTo>
                <a:lnTo>
                  <a:pt x="192497" y="2425"/>
                </a:lnTo>
                <a:lnTo>
                  <a:pt x="192354" y="2282"/>
                </a:lnTo>
                <a:lnTo>
                  <a:pt x="193352" y="2282"/>
                </a:lnTo>
                <a:lnTo>
                  <a:pt x="192212" y="1997"/>
                </a:lnTo>
                <a:lnTo>
                  <a:pt x="192069" y="1997"/>
                </a:lnTo>
                <a:lnTo>
                  <a:pt x="192212" y="1855"/>
                </a:lnTo>
                <a:lnTo>
                  <a:pt x="192069" y="1855"/>
                </a:lnTo>
                <a:lnTo>
                  <a:pt x="192925" y="1427"/>
                </a:lnTo>
                <a:lnTo>
                  <a:pt x="193352" y="1142"/>
                </a:lnTo>
                <a:lnTo>
                  <a:pt x="193495" y="856"/>
                </a:lnTo>
                <a:lnTo>
                  <a:pt x="193210" y="714"/>
                </a:lnTo>
                <a:lnTo>
                  <a:pt x="191927" y="571"/>
                </a:lnTo>
                <a:lnTo>
                  <a:pt x="189788" y="571"/>
                </a:lnTo>
                <a:lnTo>
                  <a:pt x="185082" y="856"/>
                </a:lnTo>
                <a:lnTo>
                  <a:pt x="183086" y="856"/>
                </a:lnTo>
                <a:lnTo>
                  <a:pt x="181945" y="714"/>
                </a:lnTo>
                <a:lnTo>
                  <a:pt x="180519" y="856"/>
                </a:lnTo>
                <a:lnTo>
                  <a:pt x="181375" y="856"/>
                </a:lnTo>
                <a:lnTo>
                  <a:pt x="181375" y="999"/>
                </a:lnTo>
                <a:lnTo>
                  <a:pt x="181090" y="999"/>
                </a:lnTo>
                <a:lnTo>
                  <a:pt x="181517" y="1142"/>
                </a:lnTo>
                <a:lnTo>
                  <a:pt x="181232" y="1142"/>
                </a:lnTo>
                <a:lnTo>
                  <a:pt x="181945" y="1427"/>
                </a:lnTo>
                <a:lnTo>
                  <a:pt x="181803" y="1569"/>
                </a:lnTo>
                <a:lnTo>
                  <a:pt x="179949" y="1855"/>
                </a:lnTo>
                <a:lnTo>
                  <a:pt x="178381" y="2140"/>
                </a:lnTo>
                <a:lnTo>
                  <a:pt x="178523" y="2282"/>
                </a:lnTo>
                <a:lnTo>
                  <a:pt x="180092" y="2282"/>
                </a:lnTo>
                <a:lnTo>
                  <a:pt x="180662" y="2140"/>
                </a:lnTo>
                <a:lnTo>
                  <a:pt x="181375" y="1997"/>
                </a:lnTo>
                <a:lnTo>
                  <a:pt x="180576" y="1883"/>
                </a:lnTo>
                <a:lnTo>
                  <a:pt x="180576" y="1883"/>
                </a:lnTo>
                <a:lnTo>
                  <a:pt x="180805" y="1997"/>
                </a:lnTo>
                <a:lnTo>
                  <a:pt x="180662" y="1997"/>
                </a:lnTo>
                <a:lnTo>
                  <a:pt x="180543" y="1878"/>
                </a:lnTo>
                <a:lnTo>
                  <a:pt x="180543" y="1878"/>
                </a:lnTo>
                <a:lnTo>
                  <a:pt x="180377" y="1855"/>
                </a:lnTo>
                <a:lnTo>
                  <a:pt x="181090" y="1712"/>
                </a:lnTo>
                <a:lnTo>
                  <a:pt x="181517" y="1855"/>
                </a:lnTo>
                <a:lnTo>
                  <a:pt x="181375" y="1997"/>
                </a:lnTo>
                <a:lnTo>
                  <a:pt x="181945" y="2140"/>
                </a:lnTo>
                <a:lnTo>
                  <a:pt x="182230" y="2282"/>
                </a:lnTo>
                <a:lnTo>
                  <a:pt x="182373" y="2425"/>
                </a:lnTo>
                <a:lnTo>
                  <a:pt x="182088" y="2567"/>
                </a:lnTo>
                <a:lnTo>
                  <a:pt x="181660" y="2710"/>
                </a:lnTo>
                <a:lnTo>
                  <a:pt x="180805" y="2567"/>
                </a:lnTo>
                <a:lnTo>
                  <a:pt x="180947" y="2425"/>
                </a:lnTo>
                <a:lnTo>
                  <a:pt x="180377" y="2425"/>
                </a:lnTo>
                <a:lnTo>
                  <a:pt x="180519" y="2567"/>
                </a:lnTo>
                <a:lnTo>
                  <a:pt x="180377" y="2567"/>
                </a:lnTo>
                <a:lnTo>
                  <a:pt x="180805" y="2710"/>
                </a:lnTo>
                <a:lnTo>
                  <a:pt x="180519" y="2853"/>
                </a:lnTo>
                <a:lnTo>
                  <a:pt x="180234" y="2710"/>
                </a:lnTo>
                <a:lnTo>
                  <a:pt x="180377" y="2567"/>
                </a:lnTo>
                <a:lnTo>
                  <a:pt x="178951" y="2853"/>
                </a:lnTo>
                <a:lnTo>
                  <a:pt x="178666" y="2995"/>
                </a:lnTo>
                <a:lnTo>
                  <a:pt x="178666" y="3138"/>
                </a:lnTo>
                <a:lnTo>
                  <a:pt x="178523" y="3280"/>
                </a:lnTo>
                <a:lnTo>
                  <a:pt x="177382" y="3280"/>
                </a:lnTo>
                <a:lnTo>
                  <a:pt x="176955" y="3138"/>
                </a:lnTo>
                <a:lnTo>
                  <a:pt x="177810" y="3138"/>
                </a:lnTo>
                <a:lnTo>
                  <a:pt x="177810" y="2995"/>
                </a:lnTo>
                <a:lnTo>
                  <a:pt x="177240" y="2995"/>
                </a:lnTo>
                <a:lnTo>
                  <a:pt x="177525" y="2853"/>
                </a:lnTo>
                <a:lnTo>
                  <a:pt x="176812" y="2710"/>
                </a:lnTo>
                <a:lnTo>
                  <a:pt x="176099" y="2710"/>
                </a:lnTo>
                <a:lnTo>
                  <a:pt x="175814" y="2567"/>
                </a:lnTo>
                <a:lnTo>
                  <a:pt x="175529" y="2425"/>
                </a:lnTo>
                <a:lnTo>
                  <a:pt x="175956" y="2425"/>
                </a:lnTo>
                <a:lnTo>
                  <a:pt x="176669" y="2567"/>
                </a:lnTo>
                <a:lnTo>
                  <a:pt x="177382" y="2425"/>
                </a:lnTo>
                <a:lnTo>
                  <a:pt x="176669" y="2425"/>
                </a:lnTo>
                <a:lnTo>
                  <a:pt x="176384" y="2282"/>
                </a:lnTo>
                <a:lnTo>
                  <a:pt x="176384" y="2140"/>
                </a:lnTo>
                <a:lnTo>
                  <a:pt x="176384" y="1997"/>
                </a:lnTo>
                <a:lnTo>
                  <a:pt x="176242" y="1855"/>
                </a:lnTo>
                <a:lnTo>
                  <a:pt x="174673" y="1855"/>
                </a:lnTo>
                <a:lnTo>
                  <a:pt x="175101" y="1712"/>
                </a:lnTo>
                <a:lnTo>
                  <a:pt x="174673" y="1712"/>
                </a:lnTo>
                <a:lnTo>
                  <a:pt x="174388" y="1855"/>
                </a:lnTo>
                <a:lnTo>
                  <a:pt x="174816" y="1997"/>
                </a:lnTo>
                <a:lnTo>
                  <a:pt x="176099" y="1997"/>
                </a:lnTo>
                <a:lnTo>
                  <a:pt x="174673" y="2282"/>
                </a:lnTo>
                <a:lnTo>
                  <a:pt x="174388" y="2282"/>
                </a:lnTo>
                <a:lnTo>
                  <a:pt x="174103" y="2140"/>
                </a:lnTo>
                <a:lnTo>
                  <a:pt x="173390" y="1997"/>
                </a:lnTo>
                <a:lnTo>
                  <a:pt x="171251" y="1997"/>
                </a:lnTo>
                <a:lnTo>
                  <a:pt x="171536" y="2140"/>
                </a:lnTo>
                <a:lnTo>
                  <a:pt x="171536" y="2140"/>
                </a:lnTo>
                <a:lnTo>
                  <a:pt x="170253" y="1997"/>
                </a:lnTo>
                <a:lnTo>
                  <a:pt x="170538" y="1855"/>
                </a:lnTo>
                <a:lnTo>
                  <a:pt x="170823" y="1712"/>
                </a:lnTo>
                <a:lnTo>
                  <a:pt x="170681" y="1712"/>
                </a:lnTo>
                <a:lnTo>
                  <a:pt x="169968" y="1569"/>
                </a:lnTo>
                <a:lnTo>
                  <a:pt x="169968" y="1569"/>
                </a:lnTo>
                <a:lnTo>
                  <a:pt x="170253" y="1712"/>
                </a:lnTo>
                <a:lnTo>
                  <a:pt x="168114" y="1712"/>
                </a:lnTo>
                <a:lnTo>
                  <a:pt x="167829" y="1855"/>
                </a:lnTo>
                <a:lnTo>
                  <a:pt x="168257" y="1855"/>
                </a:lnTo>
                <a:lnTo>
                  <a:pt x="168684" y="1997"/>
                </a:lnTo>
                <a:lnTo>
                  <a:pt x="169255" y="1997"/>
                </a:lnTo>
                <a:lnTo>
                  <a:pt x="169968" y="2140"/>
                </a:lnTo>
                <a:lnTo>
                  <a:pt x="167829" y="2567"/>
                </a:lnTo>
                <a:lnTo>
                  <a:pt x="166831" y="2567"/>
                </a:lnTo>
                <a:lnTo>
                  <a:pt x="165262" y="2425"/>
                </a:lnTo>
                <a:lnTo>
                  <a:pt x="166260" y="2140"/>
                </a:lnTo>
                <a:lnTo>
                  <a:pt x="166688" y="2140"/>
                </a:lnTo>
                <a:lnTo>
                  <a:pt x="166973" y="2425"/>
                </a:lnTo>
                <a:lnTo>
                  <a:pt x="167259" y="2425"/>
                </a:lnTo>
                <a:lnTo>
                  <a:pt x="167829" y="2282"/>
                </a:lnTo>
                <a:lnTo>
                  <a:pt x="167401" y="2282"/>
                </a:lnTo>
                <a:lnTo>
                  <a:pt x="167544" y="2140"/>
                </a:lnTo>
                <a:lnTo>
                  <a:pt x="166973" y="2140"/>
                </a:lnTo>
                <a:lnTo>
                  <a:pt x="167401" y="1712"/>
                </a:lnTo>
                <a:lnTo>
                  <a:pt x="167259" y="1712"/>
                </a:lnTo>
                <a:lnTo>
                  <a:pt x="164264" y="1997"/>
                </a:lnTo>
                <a:lnTo>
                  <a:pt x="164264" y="1855"/>
                </a:lnTo>
                <a:lnTo>
                  <a:pt x="163979" y="1712"/>
                </a:lnTo>
                <a:lnTo>
                  <a:pt x="163409" y="1427"/>
                </a:lnTo>
                <a:lnTo>
                  <a:pt x="162357" y="1146"/>
                </a:lnTo>
                <a:lnTo>
                  <a:pt x="160842" y="1284"/>
                </a:lnTo>
                <a:lnTo>
                  <a:pt x="159844" y="1142"/>
                </a:lnTo>
                <a:lnTo>
                  <a:pt x="159701" y="999"/>
                </a:lnTo>
                <a:lnTo>
                  <a:pt x="161555" y="999"/>
                </a:lnTo>
                <a:lnTo>
                  <a:pt x="161412" y="1142"/>
                </a:lnTo>
                <a:lnTo>
                  <a:pt x="162339" y="1142"/>
                </a:lnTo>
                <a:lnTo>
                  <a:pt x="161270" y="856"/>
                </a:lnTo>
                <a:lnTo>
                  <a:pt x="159416" y="571"/>
                </a:lnTo>
                <a:lnTo>
                  <a:pt x="158988" y="571"/>
                </a:lnTo>
                <a:lnTo>
                  <a:pt x="158988" y="714"/>
                </a:lnTo>
                <a:lnTo>
                  <a:pt x="159131" y="856"/>
                </a:lnTo>
                <a:lnTo>
                  <a:pt x="157420" y="1142"/>
                </a:lnTo>
                <a:lnTo>
                  <a:pt x="157135" y="1142"/>
                </a:lnTo>
                <a:lnTo>
                  <a:pt x="157135" y="1284"/>
                </a:lnTo>
                <a:lnTo>
                  <a:pt x="157705" y="1284"/>
                </a:lnTo>
                <a:lnTo>
                  <a:pt x="158988" y="1427"/>
                </a:lnTo>
                <a:lnTo>
                  <a:pt x="158133" y="1569"/>
                </a:lnTo>
                <a:lnTo>
                  <a:pt x="158418" y="1569"/>
                </a:lnTo>
                <a:lnTo>
                  <a:pt x="158988" y="1855"/>
                </a:lnTo>
                <a:lnTo>
                  <a:pt x="158703" y="1997"/>
                </a:lnTo>
                <a:lnTo>
                  <a:pt x="158846" y="2140"/>
                </a:lnTo>
                <a:lnTo>
                  <a:pt x="158703" y="2140"/>
                </a:lnTo>
                <a:lnTo>
                  <a:pt x="158703" y="1997"/>
                </a:lnTo>
                <a:lnTo>
                  <a:pt x="158133" y="1855"/>
                </a:lnTo>
                <a:lnTo>
                  <a:pt x="156422" y="1712"/>
                </a:lnTo>
                <a:lnTo>
                  <a:pt x="155709" y="1427"/>
                </a:lnTo>
                <a:lnTo>
                  <a:pt x="155138" y="1284"/>
                </a:lnTo>
                <a:lnTo>
                  <a:pt x="154996" y="1142"/>
                </a:lnTo>
                <a:lnTo>
                  <a:pt x="155138" y="1142"/>
                </a:lnTo>
                <a:lnTo>
                  <a:pt x="155709" y="999"/>
                </a:lnTo>
                <a:lnTo>
                  <a:pt x="155138" y="856"/>
                </a:lnTo>
                <a:lnTo>
                  <a:pt x="154711" y="999"/>
                </a:lnTo>
                <a:lnTo>
                  <a:pt x="154140" y="999"/>
                </a:lnTo>
                <a:lnTo>
                  <a:pt x="153855" y="856"/>
                </a:lnTo>
                <a:lnTo>
                  <a:pt x="154853" y="714"/>
                </a:lnTo>
                <a:lnTo>
                  <a:pt x="153855" y="714"/>
                </a:lnTo>
                <a:lnTo>
                  <a:pt x="153712" y="571"/>
                </a:lnTo>
                <a:lnTo>
                  <a:pt x="153712" y="429"/>
                </a:lnTo>
                <a:lnTo>
                  <a:pt x="154853" y="429"/>
                </a:lnTo>
                <a:lnTo>
                  <a:pt x="154955" y="531"/>
                </a:lnTo>
                <a:lnTo>
                  <a:pt x="154955" y="531"/>
                </a:lnTo>
                <a:lnTo>
                  <a:pt x="155566" y="429"/>
                </a:lnTo>
                <a:lnTo>
                  <a:pt x="155138" y="429"/>
                </a:lnTo>
                <a:lnTo>
                  <a:pt x="153427" y="286"/>
                </a:lnTo>
                <a:lnTo>
                  <a:pt x="154140" y="144"/>
                </a:lnTo>
                <a:lnTo>
                  <a:pt x="154140" y="1"/>
                </a:lnTo>
                <a:lnTo>
                  <a:pt x="153000" y="1"/>
                </a:lnTo>
                <a:lnTo>
                  <a:pt x="152144" y="144"/>
                </a:lnTo>
                <a:lnTo>
                  <a:pt x="153142" y="286"/>
                </a:lnTo>
                <a:lnTo>
                  <a:pt x="152857" y="429"/>
                </a:lnTo>
                <a:lnTo>
                  <a:pt x="150433" y="714"/>
                </a:lnTo>
                <a:lnTo>
                  <a:pt x="147296" y="856"/>
                </a:lnTo>
                <a:lnTo>
                  <a:pt x="146155" y="714"/>
                </a:lnTo>
                <a:lnTo>
                  <a:pt x="145727" y="714"/>
                </a:lnTo>
                <a:lnTo>
                  <a:pt x="145585" y="571"/>
                </a:lnTo>
                <a:lnTo>
                  <a:pt x="146440" y="571"/>
                </a:lnTo>
                <a:lnTo>
                  <a:pt x="145870" y="429"/>
                </a:lnTo>
                <a:lnTo>
                  <a:pt x="145300" y="429"/>
                </a:lnTo>
                <a:lnTo>
                  <a:pt x="145015" y="286"/>
                </a:lnTo>
                <a:lnTo>
                  <a:pt x="145157" y="144"/>
                </a:lnTo>
                <a:lnTo>
                  <a:pt x="144302" y="144"/>
                </a:lnTo>
                <a:lnTo>
                  <a:pt x="141735" y="1"/>
                </a:lnTo>
                <a:close/>
              </a:path>
            </a:pathLst>
          </a:custGeom>
          <a:solidFill>
            <a:srgbClr val="CDFF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Nicole Al-Sabah, Chika Starks, Deborah Shaw, Joshua Okero, Daniel Arias</a:t>
            </a:r>
            <a:endParaRPr/>
          </a:p>
        </p:txBody>
      </p:sp>
      <p:sp>
        <p:nvSpPr>
          <p:cNvPr id="69" name="Google Shape;69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DKomplex Intelligent Machine Learning Forecast Models</a:t>
            </a:r>
            <a:endParaRPr/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9718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4"/>
          <p:cNvGrpSpPr/>
          <p:nvPr/>
        </p:nvGrpSpPr>
        <p:grpSpPr>
          <a:xfrm>
            <a:off x="914428" y="1571131"/>
            <a:ext cx="7315130" cy="3373841"/>
            <a:chOff x="1695450" y="999450"/>
            <a:chExt cx="5753150" cy="3144600"/>
          </a:xfrm>
        </p:grpSpPr>
        <p:sp>
          <p:nvSpPr>
            <p:cNvPr id="76" name="Google Shape;76;p14"/>
            <p:cNvSpPr/>
            <p:nvPr/>
          </p:nvSpPr>
          <p:spPr>
            <a:xfrm>
              <a:off x="1695499" y="999450"/>
              <a:ext cx="2819400" cy="3144600"/>
            </a:xfrm>
            <a:prstGeom prst="roundRect">
              <a:avLst>
                <a:gd fmla="val 7280" name="adj"/>
              </a:avLst>
            </a:prstGeom>
            <a:solidFill>
              <a:srgbClr val="ADC2AC"/>
            </a:solidFill>
            <a:ln>
              <a:noFill/>
            </a:ln>
          </p:spPr>
          <p:txBody>
            <a:bodyPr anchorCtr="0" anchor="ctr" bIns="98100" lIns="98100" spcFirstLastPara="1" rIns="98100" wrap="square" tIns="9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2"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1695450" y="2437900"/>
              <a:ext cx="2819400" cy="17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96200" lIns="98100" spcFirstLastPara="1" rIns="98100" wrap="square" tIns="98100">
              <a:normAutofit fontScale="92500"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31">
                  <a:latin typeface="Archivo"/>
                  <a:ea typeface="Archivo"/>
                  <a:cs typeface="Archivo"/>
                  <a:sym typeface="Archivo"/>
                </a:rPr>
                <a:t>Build a robust forecasting solution using Azure AutoML and manual tuning to deliver accurate, reliable sales predictions for strategic decision-making</a:t>
              </a:r>
              <a:endParaRPr sz="1931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695500" y="999450"/>
              <a:ext cx="28194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8100" lIns="196200" spcFirstLastPara="1" rIns="196200" wrap="square" tIns="98100">
              <a:norm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575">
                  <a:latin typeface="Darker Grotesque"/>
                  <a:ea typeface="Darker Grotesque"/>
                  <a:cs typeface="Darker Grotesque"/>
                  <a:sym typeface="Darker Grotesque"/>
                </a:rPr>
                <a:t>Objective</a:t>
              </a:r>
              <a:endParaRPr b="1" sz="2575"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4629199" y="999450"/>
              <a:ext cx="2819400" cy="3144600"/>
            </a:xfrm>
            <a:prstGeom prst="roundRect">
              <a:avLst>
                <a:gd fmla="val 7280" name="adj"/>
              </a:avLst>
            </a:prstGeom>
            <a:solidFill>
              <a:srgbClr val="ADC2AC"/>
            </a:solidFill>
            <a:ln>
              <a:noFill/>
            </a:ln>
          </p:spPr>
          <p:txBody>
            <a:bodyPr anchorCtr="0" anchor="ctr" bIns="98100" lIns="98100" spcFirstLastPara="1" rIns="98100" wrap="square" tIns="9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2"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4629150" y="2437950"/>
              <a:ext cx="2819400" cy="17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96200" lIns="98100" spcFirstLastPara="1" rIns="98100" wrap="square" tIns="98100">
              <a:normAutofit fontScale="85000" lnSpcReduction="20000"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31">
                  <a:latin typeface="Archivo Medium"/>
                  <a:ea typeface="Archivo Medium"/>
                  <a:cs typeface="Archivo Medium"/>
                  <a:sym typeface="Archivo Medium"/>
                </a:rPr>
                <a:t>Identify top-performing models and feature sets, evaluate them with R², MAPE (Mean Absolute Percentage Error), and other metrics, and optimize for maximum prediction accuracy</a:t>
              </a:r>
              <a:endParaRPr sz="1931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4629200" y="999450"/>
              <a:ext cx="28194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8100" lIns="196200" spcFirstLastPara="1" rIns="196200" wrap="square" tIns="98100">
              <a:norm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575">
                  <a:latin typeface="Darker Grotesque"/>
                  <a:ea typeface="Darker Grotesque"/>
                  <a:cs typeface="Darker Grotesque"/>
                  <a:sym typeface="Darker Grotesque"/>
                </a:rPr>
                <a:t>Approach</a:t>
              </a:r>
              <a:endParaRPr b="1" sz="2575"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234885" y="192878"/>
            <a:ext cx="3552600" cy="1149354"/>
            <a:chOff x="2795635" y="1997053"/>
            <a:chExt cx="3552600" cy="1149354"/>
          </a:xfrm>
        </p:grpSpPr>
        <p:sp>
          <p:nvSpPr>
            <p:cNvPr id="83" name="Google Shape;83;p14"/>
            <p:cNvSpPr txBox="1"/>
            <p:nvPr/>
          </p:nvSpPr>
          <p:spPr>
            <a:xfrm>
              <a:off x="2795635" y="1997053"/>
              <a:ext cx="3552600" cy="5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Introduction</a:t>
              </a:r>
              <a:endParaRPr sz="3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4" name="Google Shape;84;p14"/>
            <p:cNvCxnSpPr>
              <a:endCxn id="85" idx="6"/>
            </p:cNvCxnSpPr>
            <p:nvPr/>
          </p:nvCxnSpPr>
          <p:spPr>
            <a:xfrm>
              <a:off x="3124561" y="2928897"/>
              <a:ext cx="31089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" name="Google Shape;86;p14"/>
            <p:cNvSpPr/>
            <p:nvPr/>
          </p:nvSpPr>
          <p:spPr>
            <a:xfrm>
              <a:off x="3707382" y="2710808"/>
              <a:ext cx="435600" cy="435600"/>
            </a:xfrm>
            <a:prstGeom prst="star8">
              <a:avLst>
                <a:gd fmla="val 23670" name="adj"/>
              </a:avLst>
            </a:prstGeom>
            <a:solidFill>
              <a:srgbClr val="FFCC8A"/>
            </a:solidFill>
            <a:ln>
              <a:noFill/>
            </a:ln>
            <a:effectLst>
              <a:outerShdw blurRad="357188" rotWithShape="0" algn="bl">
                <a:srgbClr val="FFCC8A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5913661" y="2768997"/>
              <a:ext cx="319800" cy="319800"/>
            </a:xfrm>
            <a:prstGeom prst="ellipse">
              <a:avLst/>
            </a:prstGeom>
            <a:solidFill>
              <a:srgbClr val="F380CA"/>
            </a:solidFill>
            <a:ln>
              <a:noFill/>
            </a:ln>
            <a:effectLst>
              <a:outerShdw blurRad="357188" rotWithShape="0" algn="bl">
                <a:srgbClr val="F380CA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 rot="2700000">
              <a:off x="2962630" y="2803348"/>
              <a:ext cx="250740" cy="25074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357188" rotWithShape="0" algn="bl">
                <a:srgbClr val="4A86E8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5"/>
          <p:cNvGrpSpPr/>
          <p:nvPr/>
        </p:nvGrpSpPr>
        <p:grpSpPr>
          <a:xfrm>
            <a:off x="445975" y="230300"/>
            <a:ext cx="3552600" cy="1077864"/>
            <a:chOff x="2902710" y="1997053"/>
            <a:chExt cx="3552600" cy="1149354"/>
          </a:xfrm>
        </p:grpSpPr>
        <p:sp>
          <p:nvSpPr>
            <p:cNvPr id="93" name="Google Shape;93;p15"/>
            <p:cNvSpPr txBox="1"/>
            <p:nvPr/>
          </p:nvSpPr>
          <p:spPr>
            <a:xfrm>
              <a:off x="2902710" y="1997053"/>
              <a:ext cx="3552600" cy="5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Problem Statement</a:t>
              </a:r>
              <a:endPara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4" name="Google Shape;94;p15"/>
            <p:cNvCxnSpPr>
              <a:endCxn id="95" idx="6"/>
            </p:cNvCxnSpPr>
            <p:nvPr/>
          </p:nvCxnSpPr>
          <p:spPr>
            <a:xfrm>
              <a:off x="3124561" y="2928897"/>
              <a:ext cx="31089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" name="Google Shape;96;p15"/>
            <p:cNvSpPr/>
            <p:nvPr/>
          </p:nvSpPr>
          <p:spPr>
            <a:xfrm>
              <a:off x="3707382" y="2710808"/>
              <a:ext cx="435600" cy="435600"/>
            </a:xfrm>
            <a:prstGeom prst="star8">
              <a:avLst>
                <a:gd fmla="val 23670" name="adj"/>
              </a:avLst>
            </a:prstGeom>
            <a:solidFill>
              <a:srgbClr val="FFCC8A"/>
            </a:solidFill>
            <a:ln>
              <a:noFill/>
            </a:ln>
            <a:effectLst>
              <a:outerShdw blurRad="357188" rotWithShape="0" algn="bl">
                <a:srgbClr val="FFCC8A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5913661" y="2768997"/>
              <a:ext cx="319800" cy="319800"/>
            </a:xfrm>
            <a:prstGeom prst="ellipse">
              <a:avLst/>
            </a:prstGeom>
            <a:solidFill>
              <a:srgbClr val="F380CA"/>
            </a:solidFill>
            <a:ln>
              <a:noFill/>
            </a:ln>
            <a:effectLst>
              <a:outerShdw blurRad="357188" rotWithShape="0" algn="bl">
                <a:srgbClr val="F380CA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2700000">
              <a:off x="2962630" y="2803348"/>
              <a:ext cx="250740" cy="25074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357188" rotWithShape="0" algn="bl">
                <a:srgbClr val="4A86E8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" name="Google Shape;98;p15"/>
          <p:cNvGrpSpPr/>
          <p:nvPr/>
        </p:nvGrpSpPr>
        <p:grpSpPr>
          <a:xfrm>
            <a:off x="208898" y="2109497"/>
            <a:ext cx="8832898" cy="1425783"/>
            <a:chOff x="3162300" y="2336425"/>
            <a:chExt cx="2819400" cy="387599"/>
          </a:xfrm>
        </p:grpSpPr>
        <p:sp>
          <p:nvSpPr>
            <p:cNvPr id="99" name="Google Shape;99;p15"/>
            <p:cNvSpPr/>
            <p:nvPr/>
          </p:nvSpPr>
          <p:spPr>
            <a:xfrm>
              <a:off x="3162300" y="2354724"/>
              <a:ext cx="2819400" cy="3693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65420" rotWithShape="0" algn="bl" dir="5400000" dist="55140">
                <a:srgbClr val="000000">
                  <a:alpha val="10000"/>
                </a:srgbClr>
              </a:outerShdw>
            </a:effectLst>
          </p:spPr>
          <p:txBody>
            <a:bodyPr anchorCtr="0" anchor="ctr" bIns="264625" lIns="264625" spcFirstLastPara="1" rIns="264625" wrap="square" tIns="264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52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5708248" y="2450123"/>
              <a:ext cx="141900" cy="141900"/>
            </a:xfrm>
            <a:prstGeom prst="ellipse">
              <a:avLst/>
            </a:prstGeom>
            <a:solidFill>
              <a:srgbClr val="FFFFFF"/>
            </a:solidFill>
            <a:ln cap="flat" cmpd="sng" w="82700">
              <a:solidFill>
                <a:srgbClr val="4F4F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64625" lIns="264625" spcFirstLastPara="1" rIns="264625" wrap="square" tIns="264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52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1" name="Google Shape;101;p15"/>
            <p:cNvCxnSpPr/>
            <p:nvPr/>
          </p:nvCxnSpPr>
          <p:spPr>
            <a:xfrm>
              <a:off x="5827815" y="2570405"/>
              <a:ext cx="58200" cy="58200"/>
            </a:xfrm>
            <a:prstGeom prst="straightConnector1">
              <a:avLst/>
            </a:prstGeom>
            <a:noFill/>
            <a:ln cap="flat" cmpd="sng" w="82700">
              <a:solidFill>
                <a:srgbClr val="4F4F4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" name="Google Shape;102;p15"/>
            <p:cNvSpPr txBox="1"/>
            <p:nvPr/>
          </p:nvSpPr>
          <p:spPr>
            <a:xfrm>
              <a:off x="3274850" y="2336425"/>
              <a:ext cx="227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 client needs a reliable and accurate forecasting solution to predict future sales based on historical data and external factors. Inaccurate forecasts risk overstocking, understocking, and poor strategic planning</a:t>
              </a:r>
              <a:endParaRPr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6"/>
          <p:cNvGrpSpPr/>
          <p:nvPr/>
        </p:nvGrpSpPr>
        <p:grpSpPr>
          <a:xfrm>
            <a:off x="98260" y="46078"/>
            <a:ext cx="3552600" cy="1149354"/>
            <a:chOff x="2795635" y="1997053"/>
            <a:chExt cx="3552600" cy="1149354"/>
          </a:xfrm>
        </p:grpSpPr>
        <p:sp>
          <p:nvSpPr>
            <p:cNvPr id="108" name="Google Shape;108;p16"/>
            <p:cNvSpPr txBox="1"/>
            <p:nvPr/>
          </p:nvSpPr>
          <p:spPr>
            <a:xfrm>
              <a:off x="2795635" y="1997053"/>
              <a:ext cx="3552600" cy="5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Solution</a:t>
              </a:r>
              <a:endParaRPr sz="3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9" name="Google Shape;109;p16"/>
            <p:cNvCxnSpPr>
              <a:endCxn id="110" idx="6"/>
            </p:cNvCxnSpPr>
            <p:nvPr/>
          </p:nvCxnSpPr>
          <p:spPr>
            <a:xfrm>
              <a:off x="3124561" y="2928897"/>
              <a:ext cx="31089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" name="Google Shape;111;p16"/>
            <p:cNvSpPr/>
            <p:nvPr/>
          </p:nvSpPr>
          <p:spPr>
            <a:xfrm>
              <a:off x="3707382" y="2710808"/>
              <a:ext cx="435600" cy="435600"/>
            </a:xfrm>
            <a:prstGeom prst="star8">
              <a:avLst>
                <a:gd fmla="val 23670" name="adj"/>
              </a:avLst>
            </a:prstGeom>
            <a:solidFill>
              <a:srgbClr val="FFCC8A"/>
            </a:solidFill>
            <a:ln>
              <a:noFill/>
            </a:ln>
            <a:effectLst>
              <a:outerShdw blurRad="357188" rotWithShape="0" algn="bl">
                <a:srgbClr val="FFCC8A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</a:endParaRPr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5913661" y="2768997"/>
              <a:ext cx="319800" cy="319800"/>
            </a:xfrm>
            <a:prstGeom prst="ellipse">
              <a:avLst/>
            </a:prstGeom>
            <a:solidFill>
              <a:srgbClr val="F380CA"/>
            </a:solidFill>
            <a:ln>
              <a:noFill/>
            </a:ln>
            <a:effectLst>
              <a:outerShdw blurRad="357188" rotWithShape="0" algn="bl">
                <a:srgbClr val="F380CA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 rot="2700000">
              <a:off x="2962630" y="2803348"/>
              <a:ext cx="250740" cy="25074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357188" rotWithShape="0" algn="bl">
                <a:srgbClr val="4A86E8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604101" y="1514950"/>
            <a:ext cx="5623958" cy="3561733"/>
            <a:chOff x="2438000" y="583955"/>
            <a:chExt cx="4268011" cy="3975592"/>
          </a:xfrm>
        </p:grpSpPr>
        <p:sp>
          <p:nvSpPr>
            <p:cNvPr id="114" name="Google Shape;114;p16"/>
            <p:cNvSpPr/>
            <p:nvPr/>
          </p:nvSpPr>
          <p:spPr>
            <a:xfrm>
              <a:off x="4419430" y="583955"/>
              <a:ext cx="1984800" cy="1892100"/>
            </a:xfrm>
            <a:prstGeom prst="teardrop">
              <a:avLst>
                <a:gd fmla="val 100000" name="adj"/>
              </a:avLst>
            </a:prstGeom>
            <a:solidFill>
              <a:srgbClr val="FFDD00">
                <a:alpha val="74510"/>
              </a:srgbClr>
            </a:solidFill>
            <a:ln>
              <a:noFill/>
            </a:ln>
          </p:spPr>
          <p:txBody>
            <a:bodyPr anchorCtr="0" anchor="ctr" bIns="89150" lIns="89150" spcFirstLastPara="1" rIns="89150" wrap="square" tIns="89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5"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2767875" y="650588"/>
              <a:ext cx="1797300" cy="1758900"/>
            </a:xfrm>
            <a:prstGeom prst="snip2DiagRect">
              <a:avLst>
                <a:gd fmla="val 0" name="adj1"/>
                <a:gd fmla="val 16155" name="adj2"/>
              </a:avLst>
            </a:prstGeom>
            <a:solidFill>
              <a:srgbClr val="BADBFF">
                <a:alpha val="51250"/>
              </a:srgbClr>
            </a:solidFill>
            <a:ln>
              <a:noFill/>
            </a:ln>
          </p:spPr>
          <p:txBody>
            <a:bodyPr anchorCtr="0" anchor="ctr" bIns="89150" lIns="89150" spcFirstLastPara="1" rIns="89150" wrap="square" tIns="89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5"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 rot="-680512">
              <a:off x="2614035" y="2188429"/>
              <a:ext cx="2111230" cy="1833089"/>
            </a:xfrm>
            <a:prstGeom prst="wedgeEllipseCallout">
              <a:avLst>
                <a:gd fmla="val -31265" name="adj1"/>
                <a:gd fmla="val 58225" name="adj2"/>
              </a:avLst>
            </a:prstGeom>
            <a:solidFill>
              <a:srgbClr val="6A00FF">
                <a:alpha val="23270"/>
              </a:srgbClr>
            </a:solidFill>
            <a:ln>
              <a:noFill/>
            </a:ln>
          </p:spPr>
          <p:txBody>
            <a:bodyPr anchorCtr="0" anchor="ctr" bIns="89150" lIns="89150" spcFirstLastPara="1" rIns="89150" wrap="square" tIns="89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5"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 rot="-837067">
              <a:off x="4586438" y="2271160"/>
              <a:ext cx="1870260" cy="2100099"/>
            </a:xfrm>
            <a:custGeom>
              <a:rect b="b" l="l" r="r" t="t"/>
              <a:pathLst>
                <a:path extrusionOk="0" h="31768" w="30151">
                  <a:moveTo>
                    <a:pt x="3710" y="0"/>
                  </a:moveTo>
                  <a:cubicBezTo>
                    <a:pt x="3549" y="0"/>
                    <a:pt x="3396" y="37"/>
                    <a:pt x="3263" y="136"/>
                  </a:cubicBezTo>
                  <a:cubicBezTo>
                    <a:pt x="3002" y="293"/>
                    <a:pt x="2949" y="607"/>
                    <a:pt x="2845" y="921"/>
                  </a:cubicBezTo>
                  <a:cubicBezTo>
                    <a:pt x="1956" y="4737"/>
                    <a:pt x="1015" y="8502"/>
                    <a:pt x="126" y="12318"/>
                  </a:cubicBezTo>
                  <a:cubicBezTo>
                    <a:pt x="21" y="12684"/>
                    <a:pt x="-31" y="13050"/>
                    <a:pt x="21" y="13416"/>
                  </a:cubicBezTo>
                  <a:cubicBezTo>
                    <a:pt x="74" y="13782"/>
                    <a:pt x="231" y="14148"/>
                    <a:pt x="440" y="14462"/>
                  </a:cubicBezTo>
                  <a:cubicBezTo>
                    <a:pt x="3838" y="20317"/>
                    <a:pt x="7446" y="26121"/>
                    <a:pt x="11210" y="31767"/>
                  </a:cubicBezTo>
                  <a:cubicBezTo>
                    <a:pt x="12256" y="28683"/>
                    <a:pt x="13249" y="25598"/>
                    <a:pt x="14295" y="22513"/>
                  </a:cubicBezTo>
                  <a:cubicBezTo>
                    <a:pt x="17954" y="24605"/>
                    <a:pt x="21823" y="26330"/>
                    <a:pt x="25849" y="27742"/>
                  </a:cubicBezTo>
                  <a:lnTo>
                    <a:pt x="26477" y="27794"/>
                  </a:lnTo>
                  <a:cubicBezTo>
                    <a:pt x="27731" y="23820"/>
                    <a:pt x="28882" y="19795"/>
                    <a:pt x="29980" y="15769"/>
                  </a:cubicBezTo>
                  <a:cubicBezTo>
                    <a:pt x="30084" y="15351"/>
                    <a:pt x="30189" y="14880"/>
                    <a:pt x="30136" y="14462"/>
                  </a:cubicBezTo>
                  <a:cubicBezTo>
                    <a:pt x="30084" y="14096"/>
                    <a:pt x="29875" y="13782"/>
                    <a:pt x="29718" y="13416"/>
                  </a:cubicBezTo>
                  <a:cubicBezTo>
                    <a:pt x="27888" y="10070"/>
                    <a:pt x="25849" y="6828"/>
                    <a:pt x="23601" y="3692"/>
                  </a:cubicBezTo>
                  <a:cubicBezTo>
                    <a:pt x="23183" y="3116"/>
                    <a:pt x="22712" y="2489"/>
                    <a:pt x="22085" y="2071"/>
                  </a:cubicBezTo>
                  <a:cubicBezTo>
                    <a:pt x="21196" y="1496"/>
                    <a:pt x="20098" y="1339"/>
                    <a:pt x="19052" y="1234"/>
                  </a:cubicBezTo>
                  <a:cubicBezTo>
                    <a:pt x="14033" y="764"/>
                    <a:pt x="9014" y="293"/>
                    <a:pt x="3995" y="32"/>
                  </a:cubicBezTo>
                  <a:cubicBezTo>
                    <a:pt x="3899" y="13"/>
                    <a:pt x="3804" y="0"/>
                    <a:pt x="3710" y="0"/>
                  </a:cubicBezTo>
                  <a:close/>
                </a:path>
              </a:pathLst>
            </a:custGeom>
            <a:solidFill>
              <a:srgbClr val="122650">
                <a:alpha val="17500"/>
              </a:srgbClr>
            </a:solidFill>
            <a:ln>
              <a:noFill/>
            </a:ln>
          </p:spPr>
          <p:txBody>
            <a:bodyPr anchorCtr="0" anchor="ctr" bIns="89150" lIns="89150" spcFirstLastPara="1" rIns="89150" wrap="square" tIns="89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5"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2890500" y="825525"/>
              <a:ext cx="1529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150" lIns="89150" spcFirstLastPara="1" rIns="89150" wrap="square" tIns="891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780"/>
                </a:spcAft>
                <a:buNone/>
              </a:pPr>
              <a:r>
                <a:rPr b="1" lang="en" sz="1560">
                  <a:solidFill>
                    <a:srgbClr val="0B5394"/>
                  </a:solidFill>
                  <a:latin typeface="Comfortaa"/>
                  <a:ea typeface="Comfortaa"/>
                  <a:cs typeface="Comfortaa"/>
                  <a:sym typeface="Comfortaa"/>
                </a:rPr>
                <a:t>Azure AutoML</a:t>
              </a:r>
              <a:endParaRPr b="1" sz="1560">
                <a:solidFill>
                  <a:srgbClr val="0B5394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4854200" y="825525"/>
              <a:ext cx="15588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150" lIns="89150" spcFirstLastPara="1" rIns="89150" wrap="square" tIns="891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780"/>
                </a:spcAft>
                <a:buNone/>
              </a:pPr>
              <a:r>
                <a:rPr b="1" lang="en" sz="1560">
                  <a:solidFill>
                    <a:srgbClr val="0B5394"/>
                  </a:solidFill>
                  <a:latin typeface="Comfortaa"/>
                  <a:ea typeface="Comfortaa"/>
                  <a:cs typeface="Comfortaa"/>
                  <a:sym typeface="Comfortaa"/>
                </a:rPr>
                <a:t>Azure Lakehouse</a:t>
              </a:r>
              <a:endParaRPr b="1" sz="1560">
                <a:solidFill>
                  <a:srgbClr val="0B5394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2875650" y="1404800"/>
              <a:ext cx="1558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150" lIns="89150" spcFirstLastPara="1" rIns="89150" wrap="square" tIns="891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992"/>
                <a:buNone/>
              </a:pPr>
              <a:r>
                <a:rPr lang="en" sz="1082">
                  <a:solidFill>
                    <a:srgbClr val="07376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Model training, selection, hyperparameter tuning</a:t>
              </a:r>
              <a:r>
                <a:rPr lang="en" sz="1082">
                  <a:solidFill>
                    <a:srgbClr val="07376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endParaRPr sz="1082">
                <a:solidFill>
                  <a:srgbClr val="073763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4802450" y="1394925"/>
              <a:ext cx="1324800" cy="6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150" lIns="89150" spcFirstLastPara="1" rIns="89150" wrap="square" tIns="8915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>
                  <a:solidFill>
                    <a:srgbClr val="07376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Centralized data storage &amp; processing</a:t>
              </a:r>
              <a:endParaRPr sz="975">
                <a:solidFill>
                  <a:srgbClr val="073763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3055765" y="2554550"/>
              <a:ext cx="1054200" cy="4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150" lIns="89150" spcFirstLastPara="1" rIns="89150" wrap="square" tIns="891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780"/>
                </a:spcAft>
                <a:buNone/>
              </a:pPr>
              <a:r>
                <a:rPr b="1" lang="en" sz="1560">
                  <a:solidFill>
                    <a:srgbClr val="0B5394"/>
                  </a:solidFill>
                  <a:latin typeface="Comfortaa"/>
                  <a:ea typeface="Comfortaa"/>
                  <a:cs typeface="Comfortaa"/>
                  <a:sym typeface="Comfortaa"/>
                </a:rPr>
                <a:t>Python</a:t>
              </a:r>
              <a:endParaRPr b="1" sz="1560">
                <a:solidFill>
                  <a:srgbClr val="0B5394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2871638" y="2930425"/>
              <a:ext cx="16392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150" lIns="89150" spcFirstLastPara="1" rIns="89150" wrap="square" tIns="8915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831"/>
                <a:buNone/>
              </a:pPr>
              <a:r>
                <a:rPr lang="en" sz="1004">
                  <a:solidFill>
                    <a:srgbClr val="07376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Data preprocessing &amp; evaluation</a:t>
              </a:r>
              <a:endParaRPr sz="1004">
                <a:solidFill>
                  <a:srgbClr val="073763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831"/>
                <a:buNone/>
              </a:pPr>
              <a:r>
                <a:t/>
              </a:r>
              <a:endParaRPr sz="1004">
                <a:solidFill>
                  <a:srgbClr val="073763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4854198" y="2554554"/>
              <a:ext cx="14211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150" lIns="89150" spcFirstLastPara="1" rIns="89150" wrap="square" tIns="891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780"/>
                </a:spcAft>
                <a:buNone/>
              </a:pPr>
              <a:r>
                <a:rPr b="1" lang="en" sz="1560">
                  <a:solidFill>
                    <a:srgbClr val="073763"/>
                  </a:solidFill>
                  <a:latin typeface="Comfortaa"/>
                  <a:ea typeface="Comfortaa"/>
                  <a:cs typeface="Comfortaa"/>
                  <a:sym typeface="Comfortaa"/>
                </a:rPr>
                <a:t>Pandas, Scikit-learn</a:t>
              </a:r>
              <a:endParaRPr b="1" sz="156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4854200" y="3026500"/>
              <a:ext cx="16392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150" lIns="89150" spcFirstLastPara="1" rIns="89150" wrap="square" tIns="8915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992"/>
                <a:buNone/>
              </a:pPr>
              <a:r>
                <a:rPr lang="en" sz="984">
                  <a:solidFill>
                    <a:srgbClr val="07376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Data handling &amp; metric computation</a:t>
              </a:r>
              <a:endParaRPr sz="984">
                <a:solidFill>
                  <a:srgbClr val="073763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5530050" y="2238440"/>
            <a:ext cx="2458527" cy="1635953"/>
            <a:chOff x="2693550" y="687538"/>
            <a:chExt cx="1797300" cy="1758900"/>
          </a:xfrm>
        </p:grpSpPr>
        <p:sp>
          <p:nvSpPr>
            <p:cNvPr id="127" name="Google Shape;127;p16"/>
            <p:cNvSpPr/>
            <p:nvPr/>
          </p:nvSpPr>
          <p:spPr>
            <a:xfrm>
              <a:off x="2693550" y="687538"/>
              <a:ext cx="1797300" cy="1758900"/>
            </a:xfrm>
            <a:prstGeom prst="snip2DiagRect">
              <a:avLst>
                <a:gd fmla="val 0" name="adj1"/>
                <a:gd fmla="val 16155" name="adj2"/>
              </a:avLst>
            </a:prstGeom>
            <a:solidFill>
              <a:srgbClr val="BADBFF">
                <a:alpha val="51250"/>
              </a:srgbClr>
            </a:solidFill>
            <a:ln>
              <a:noFill/>
            </a:ln>
          </p:spPr>
          <p:txBody>
            <a:bodyPr anchorCtr="0" anchor="ctr" bIns="92525" lIns="92525" spcFirstLastPara="1" rIns="92525" wrap="square" tIns="92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17"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3055738" y="825530"/>
              <a:ext cx="14193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2525" lIns="92525" spcFirstLastPara="1" rIns="92525" wrap="square" tIns="925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810"/>
                </a:spcAft>
                <a:buNone/>
              </a:pPr>
              <a:r>
                <a:rPr b="1" lang="en" sz="1619">
                  <a:solidFill>
                    <a:srgbClr val="0B5394"/>
                  </a:solidFill>
                  <a:latin typeface="Comfortaa"/>
                  <a:ea typeface="Comfortaa"/>
                  <a:cs typeface="Comfortaa"/>
                  <a:sym typeface="Comfortaa"/>
                </a:rPr>
                <a:t>Evaluation Metrics</a:t>
              </a:r>
              <a:endParaRPr b="1" sz="1619">
                <a:solidFill>
                  <a:srgbClr val="0B5394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3104475" y="1475723"/>
              <a:ext cx="11241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2525" lIns="92525" spcFirstLastPara="1" rIns="92525" wrap="square" tIns="925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030"/>
                <a:buNone/>
              </a:pPr>
              <a:r>
                <a:rPr lang="en" sz="1123">
                  <a:solidFill>
                    <a:srgbClr val="07376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R², MAPE, MAE, RMSE</a:t>
              </a:r>
              <a:r>
                <a:rPr lang="en" sz="1123">
                  <a:solidFill>
                    <a:srgbClr val="07376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endParaRPr sz="1123">
                <a:solidFill>
                  <a:srgbClr val="073763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130" name="Google Shape;130;p16"/>
          <p:cNvGrpSpPr/>
          <p:nvPr/>
        </p:nvGrpSpPr>
        <p:grpSpPr>
          <a:xfrm>
            <a:off x="4123603" y="216342"/>
            <a:ext cx="4508029" cy="1091594"/>
            <a:chOff x="2698638" y="2164890"/>
            <a:chExt cx="3746700" cy="813712"/>
          </a:xfrm>
        </p:grpSpPr>
        <p:sp>
          <p:nvSpPr>
            <p:cNvPr id="131" name="Google Shape;131;p16"/>
            <p:cNvSpPr/>
            <p:nvPr/>
          </p:nvSpPr>
          <p:spPr>
            <a:xfrm rot="230205">
              <a:off x="2766572" y="2570019"/>
              <a:ext cx="3611337" cy="288082"/>
            </a:xfrm>
            <a:custGeom>
              <a:rect b="b" l="l" r="r" t="t"/>
              <a:pathLst>
                <a:path extrusionOk="0" h="24811" w="268498">
                  <a:moveTo>
                    <a:pt x="142733" y="286"/>
                  </a:moveTo>
                  <a:lnTo>
                    <a:pt x="142876" y="429"/>
                  </a:lnTo>
                  <a:lnTo>
                    <a:pt x="142590" y="429"/>
                  </a:lnTo>
                  <a:lnTo>
                    <a:pt x="142733" y="286"/>
                  </a:lnTo>
                  <a:close/>
                  <a:moveTo>
                    <a:pt x="141735" y="429"/>
                  </a:moveTo>
                  <a:lnTo>
                    <a:pt x="141878" y="571"/>
                  </a:lnTo>
                  <a:lnTo>
                    <a:pt x="141450" y="571"/>
                  </a:lnTo>
                  <a:lnTo>
                    <a:pt x="141735" y="429"/>
                  </a:lnTo>
                  <a:close/>
                  <a:moveTo>
                    <a:pt x="154955" y="531"/>
                  </a:moveTo>
                  <a:lnTo>
                    <a:pt x="154711" y="571"/>
                  </a:lnTo>
                  <a:lnTo>
                    <a:pt x="154996" y="571"/>
                  </a:lnTo>
                  <a:lnTo>
                    <a:pt x="154955" y="531"/>
                  </a:lnTo>
                  <a:close/>
                  <a:moveTo>
                    <a:pt x="144016" y="286"/>
                  </a:moveTo>
                  <a:lnTo>
                    <a:pt x="144159" y="571"/>
                  </a:lnTo>
                  <a:lnTo>
                    <a:pt x="144302" y="571"/>
                  </a:lnTo>
                  <a:lnTo>
                    <a:pt x="145300" y="714"/>
                  </a:lnTo>
                  <a:lnTo>
                    <a:pt x="145585" y="714"/>
                  </a:lnTo>
                  <a:lnTo>
                    <a:pt x="145442" y="856"/>
                  </a:lnTo>
                  <a:lnTo>
                    <a:pt x="145015" y="856"/>
                  </a:lnTo>
                  <a:lnTo>
                    <a:pt x="145300" y="714"/>
                  </a:lnTo>
                  <a:lnTo>
                    <a:pt x="144159" y="714"/>
                  </a:lnTo>
                  <a:lnTo>
                    <a:pt x="143446" y="571"/>
                  </a:lnTo>
                  <a:lnTo>
                    <a:pt x="143303" y="571"/>
                  </a:lnTo>
                  <a:lnTo>
                    <a:pt x="143303" y="429"/>
                  </a:lnTo>
                  <a:lnTo>
                    <a:pt x="144016" y="286"/>
                  </a:lnTo>
                  <a:close/>
                  <a:moveTo>
                    <a:pt x="153427" y="714"/>
                  </a:moveTo>
                  <a:lnTo>
                    <a:pt x="153142" y="856"/>
                  </a:lnTo>
                  <a:lnTo>
                    <a:pt x="153000" y="856"/>
                  </a:lnTo>
                  <a:lnTo>
                    <a:pt x="153000" y="714"/>
                  </a:lnTo>
                  <a:close/>
                  <a:moveTo>
                    <a:pt x="189075" y="714"/>
                  </a:moveTo>
                  <a:lnTo>
                    <a:pt x="188790" y="856"/>
                  </a:lnTo>
                  <a:lnTo>
                    <a:pt x="188362" y="856"/>
                  </a:lnTo>
                  <a:lnTo>
                    <a:pt x="188504" y="714"/>
                  </a:lnTo>
                  <a:close/>
                  <a:moveTo>
                    <a:pt x="141735" y="714"/>
                  </a:moveTo>
                  <a:lnTo>
                    <a:pt x="142020" y="856"/>
                  </a:lnTo>
                  <a:lnTo>
                    <a:pt x="142305" y="856"/>
                  </a:lnTo>
                  <a:lnTo>
                    <a:pt x="142020" y="999"/>
                  </a:lnTo>
                  <a:lnTo>
                    <a:pt x="142020" y="856"/>
                  </a:lnTo>
                  <a:lnTo>
                    <a:pt x="141450" y="856"/>
                  </a:lnTo>
                  <a:lnTo>
                    <a:pt x="141592" y="714"/>
                  </a:lnTo>
                  <a:close/>
                  <a:moveTo>
                    <a:pt x="190073" y="856"/>
                  </a:moveTo>
                  <a:lnTo>
                    <a:pt x="190073" y="999"/>
                  </a:lnTo>
                  <a:lnTo>
                    <a:pt x="189930" y="999"/>
                  </a:lnTo>
                  <a:lnTo>
                    <a:pt x="189930" y="856"/>
                  </a:lnTo>
                  <a:close/>
                  <a:moveTo>
                    <a:pt x="141450" y="999"/>
                  </a:moveTo>
                  <a:lnTo>
                    <a:pt x="141165" y="1142"/>
                  </a:lnTo>
                  <a:lnTo>
                    <a:pt x="141165" y="1142"/>
                  </a:lnTo>
                  <a:lnTo>
                    <a:pt x="141307" y="999"/>
                  </a:lnTo>
                  <a:close/>
                  <a:moveTo>
                    <a:pt x="152144" y="999"/>
                  </a:moveTo>
                  <a:lnTo>
                    <a:pt x="152429" y="1142"/>
                  </a:lnTo>
                  <a:lnTo>
                    <a:pt x="152287" y="1142"/>
                  </a:lnTo>
                  <a:lnTo>
                    <a:pt x="151288" y="999"/>
                  </a:lnTo>
                  <a:close/>
                  <a:moveTo>
                    <a:pt x="153427" y="999"/>
                  </a:moveTo>
                  <a:lnTo>
                    <a:pt x="153427" y="1142"/>
                  </a:lnTo>
                  <a:lnTo>
                    <a:pt x="152429" y="1142"/>
                  </a:lnTo>
                  <a:lnTo>
                    <a:pt x="152714" y="999"/>
                  </a:lnTo>
                  <a:close/>
                  <a:moveTo>
                    <a:pt x="188504" y="999"/>
                  </a:moveTo>
                  <a:lnTo>
                    <a:pt x="188647" y="1142"/>
                  </a:lnTo>
                  <a:lnTo>
                    <a:pt x="188219" y="1142"/>
                  </a:lnTo>
                  <a:lnTo>
                    <a:pt x="188077" y="999"/>
                  </a:lnTo>
                  <a:close/>
                  <a:moveTo>
                    <a:pt x="191927" y="856"/>
                  </a:moveTo>
                  <a:lnTo>
                    <a:pt x="191927" y="999"/>
                  </a:lnTo>
                  <a:lnTo>
                    <a:pt x="192212" y="999"/>
                  </a:lnTo>
                  <a:lnTo>
                    <a:pt x="191499" y="1142"/>
                  </a:lnTo>
                  <a:lnTo>
                    <a:pt x="191356" y="999"/>
                  </a:lnTo>
                  <a:lnTo>
                    <a:pt x="191356" y="856"/>
                  </a:lnTo>
                  <a:close/>
                  <a:moveTo>
                    <a:pt x="192497" y="856"/>
                  </a:moveTo>
                  <a:lnTo>
                    <a:pt x="193352" y="999"/>
                  </a:lnTo>
                  <a:lnTo>
                    <a:pt x="192925" y="1142"/>
                  </a:lnTo>
                  <a:lnTo>
                    <a:pt x="192782" y="1142"/>
                  </a:lnTo>
                  <a:lnTo>
                    <a:pt x="192640" y="999"/>
                  </a:lnTo>
                  <a:lnTo>
                    <a:pt x="192497" y="856"/>
                  </a:lnTo>
                  <a:close/>
                  <a:moveTo>
                    <a:pt x="162339" y="1142"/>
                  </a:moveTo>
                  <a:lnTo>
                    <a:pt x="162357" y="1146"/>
                  </a:lnTo>
                  <a:lnTo>
                    <a:pt x="162410" y="1142"/>
                  </a:lnTo>
                  <a:close/>
                  <a:moveTo>
                    <a:pt x="186223" y="1142"/>
                  </a:moveTo>
                  <a:lnTo>
                    <a:pt x="185795" y="1284"/>
                  </a:lnTo>
                  <a:lnTo>
                    <a:pt x="185653" y="1284"/>
                  </a:lnTo>
                  <a:lnTo>
                    <a:pt x="185653" y="1142"/>
                  </a:lnTo>
                  <a:close/>
                  <a:moveTo>
                    <a:pt x="188932" y="1142"/>
                  </a:moveTo>
                  <a:lnTo>
                    <a:pt x="189360" y="1284"/>
                  </a:lnTo>
                  <a:lnTo>
                    <a:pt x="188504" y="1284"/>
                  </a:lnTo>
                  <a:lnTo>
                    <a:pt x="188932" y="1142"/>
                  </a:lnTo>
                  <a:close/>
                  <a:moveTo>
                    <a:pt x="191071" y="1142"/>
                  </a:moveTo>
                  <a:lnTo>
                    <a:pt x="191499" y="1284"/>
                  </a:lnTo>
                  <a:lnTo>
                    <a:pt x="191214" y="1284"/>
                  </a:lnTo>
                  <a:lnTo>
                    <a:pt x="190643" y="1142"/>
                  </a:lnTo>
                  <a:close/>
                  <a:moveTo>
                    <a:pt x="150718" y="1142"/>
                  </a:moveTo>
                  <a:lnTo>
                    <a:pt x="150861" y="1284"/>
                  </a:lnTo>
                  <a:lnTo>
                    <a:pt x="150433" y="1284"/>
                  </a:lnTo>
                  <a:lnTo>
                    <a:pt x="149577" y="1427"/>
                  </a:lnTo>
                  <a:lnTo>
                    <a:pt x="149577" y="1427"/>
                  </a:lnTo>
                  <a:lnTo>
                    <a:pt x="150005" y="1284"/>
                  </a:lnTo>
                  <a:lnTo>
                    <a:pt x="150718" y="1142"/>
                  </a:lnTo>
                  <a:close/>
                  <a:moveTo>
                    <a:pt x="144302" y="1142"/>
                  </a:moveTo>
                  <a:lnTo>
                    <a:pt x="144159" y="1427"/>
                  </a:lnTo>
                  <a:lnTo>
                    <a:pt x="144016" y="1427"/>
                  </a:lnTo>
                  <a:lnTo>
                    <a:pt x="143874" y="1284"/>
                  </a:lnTo>
                  <a:lnTo>
                    <a:pt x="144302" y="1142"/>
                  </a:lnTo>
                  <a:close/>
                  <a:moveTo>
                    <a:pt x="141450" y="1142"/>
                  </a:moveTo>
                  <a:lnTo>
                    <a:pt x="140879" y="1284"/>
                  </a:lnTo>
                  <a:lnTo>
                    <a:pt x="141165" y="1427"/>
                  </a:lnTo>
                  <a:lnTo>
                    <a:pt x="141735" y="1427"/>
                  </a:lnTo>
                  <a:lnTo>
                    <a:pt x="141735" y="1569"/>
                  </a:lnTo>
                  <a:lnTo>
                    <a:pt x="141450" y="1569"/>
                  </a:lnTo>
                  <a:lnTo>
                    <a:pt x="140737" y="1427"/>
                  </a:lnTo>
                  <a:lnTo>
                    <a:pt x="140452" y="1427"/>
                  </a:lnTo>
                  <a:lnTo>
                    <a:pt x="140452" y="1284"/>
                  </a:lnTo>
                  <a:lnTo>
                    <a:pt x="141450" y="1142"/>
                  </a:lnTo>
                  <a:close/>
                  <a:moveTo>
                    <a:pt x="142448" y="1427"/>
                  </a:moveTo>
                  <a:lnTo>
                    <a:pt x="142163" y="1569"/>
                  </a:lnTo>
                  <a:lnTo>
                    <a:pt x="142163" y="1427"/>
                  </a:lnTo>
                  <a:close/>
                  <a:moveTo>
                    <a:pt x="145585" y="1284"/>
                  </a:moveTo>
                  <a:lnTo>
                    <a:pt x="145585" y="1427"/>
                  </a:lnTo>
                  <a:lnTo>
                    <a:pt x="145157" y="1427"/>
                  </a:lnTo>
                  <a:lnTo>
                    <a:pt x="144302" y="1569"/>
                  </a:lnTo>
                  <a:lnTo>
                    <a:pt x="144016" y="1569"/>
                  </a:lnTo>
                  <a:lnTo>
                    <a:pt x="144302" y="1427"/>
                  </a:lnTo>
                  <a:lnTo>
                    <a:pt x="145300" y="1284"/>
                  </a:lnTo>
                  <a:close/>
                  <a:moveTo>
                    <a:pt x="146298" y="1427"/>
                  </a:moveTo>
                  <a:lnTo>
                    <a:pt x="146013" y="1569"/>
                  </a:lnTo>
                  <a:lnTo>
                    <a:pt x="145727" y="1569"/>
                  </a:lnTo>
                  <a:lnTo>
                    <a:pt x="146298" y="1427"/>
                  </a:lnTo>
                  <a:close/>
                  <a:moveTo>
                    <a:pt x="153142" y="1427"/>
                  </a:moveTo>
                  <a:lnTo>
                    <a:pt x="153427" y="1569"/>
                  </a:lnTo>
                  <a:lnTo>
                    <a:pt x="153142" y="1569"/>
                  </a:lnTo>
                  <a:lnTo>
                    <a:pt x="153142" y="1427"/>
                  </a:lnTo>
                  <a:close/>
                  <a:moveTo>
                    <a:pt x="187791" y="1427"/>
                  </a:moveTo>
                  <a:lnTo>
                    <a:pt x="187791" y="1569"/>
                  </a:lnTo>
                  <a:lnTo>
                    <a:pt x="187364" y="1427"/>
                  </a:lnTo>
                  <a:close/>
                  <a:moveTo>
                    <a:pt x="189360" y="1427"/>
                  </a:moveTo>
                  <a:lnTo>
                    <a:pt x="188932" y="1569"/>
                  </a:lnTo>
                  <a:lnTo>
                    <a:pt x="188504" y="1427"/>
                  </a:lnTo>
                  <a:close/>
                  <a:moveTo>
                    <a:pt x="154568" y="1284"/>
                  </a:moveTo>
                  <a:lnTo>
                    <a:pt x="154853" y="1569"/>
                  </a:lnTo>
                  <a:lnTo>
                    <a:pt x="155281" y="1569"/>
                  </a:lnTo>
                  <a:lnTo>
                    <a:pt x="155281" y="1712"/>
                  </a:lnTo>
                  <a:lnTo>
                    <a:pt x="154996" y="1712"/>
                  </a:lnTo>
                  <a:lnTo>
                    <a:pt x="154425" y="1569"/>
                  </a:lnTo>
                  <a:lnTo>
                    <a:pt x="154568" y="1569"/>
                  </a:lnTo>
                  <a:lnTo>
                    <a:pt x="154140" y="1427"/>
                  </a:lnTo>
                  <a:lnTo>
                    <a:pt x="153570" y="1427"/>
                  </a:lnTo>
                  <a:lnTo>
                    <a:pt x="154283" y="1284"/>
                  </a:lnTo>
                  <a:close/>
                  <a:moveTo>
                    <a:pt x="185510" y="1427"/>
                  </a:moveTo>
                  <a:lnTo>
                    <a:pt x="185653" y="1569"/>
                  </a:lnTo>
                  <a:lnTo>
                    <a:pt x="185653" y="1712"/>
                  </a:lnTo>
                  <a:lnTo>
                    <a:pt x="185510" y="1569"/>
                  </a:lnTo>
                  <a:lnTo>
                    <a:pt x="185510" y="1427"/>
                  </a:lnTo>
                  <a:close/>
                  <a:moveTo>
                    <a:pt x="189788" y="1569"/>
                  </a:moveTo>
                  <a:lnTo>
                    <a:pt x="189788" y="1712"/>
                  </a:lnTo>
                  <a:lnTo>
                    <a:pt x="189360" y="1712"/>
                  </a:lnTo>
                  <a:lnTo>
                    <a:pt x="189645" y="1569"/>
                  </a:lnTo>
                  <a:close/>
                  <a:moveTo>
                    <a:pt x="140452" y="1712"/>
                  </a:moveTo>
                  <a:lnTo>
                    <a:pt x="140879" y="1855"/>
                  </a:lnTo>
                  <a:lnTo>
                    <a:pt x="140166" y="1855"/>
                  </a:lnTo>
                  <a:lnTo>
                    <a:pt x="140309" y="1712"/>
                  </a:lnTo>
                  <a:close/>
                  <a:moveTo>
                    <a:pt x="141450" y="1712"/>
                  </a:moveTo>
                  <a:lnTo>
                    <a:pt x="141878" y="1855"/>
                  </a:lnTo>
                  <a:lnTo>
                    <a:pt x="141592" y="1855"/>
                  </a:lnTo>
                  <a:lnTo>
                    <a:pt x="141450" y="1712"/>
                  </a:lnTo>
                  <a:close/>
                  <a:moveTo>
                    <a:pt x="147439" y="1427"/>
                  </a:moveTo>
                  <a:lnTo>
                    <a:pt x="148437" y="1569"/>
                  </a:lnTo>
                  <a:lnTo>
                    <a:pt x="149292" y="1855"/>
                  </a:lnTo>
                  <a:lnTo>
                    <a:pt x="148294" y="1855"/>
                  </a:lnTo>
                  <a:lnTo>
                    <a:pt x="147866" y="1712"/>
                  </a:lnTo>
                  <a:lnTo>
                    <a:pt x="147866" y="1569"/>
                  </a:lnTo>
                  <a:lnTo>
                    <a:pt x="147153" y="1427"/>
                  </a:lnTo>
                  <a:close/>
                  <a:moveTo>
                    <a:pt x="149150" y="856"/>
                  </a:moveTo>
                  <a:lnTo>
                    <a:pt x="149292" y="999"/>
                  </a:lnTo>
                  <a:lnTo>
                    <a:pt x="149150" y="999"/>
                  </a:lnTo>
                  <a:lnTo>
                    <a:pt x="149577" y="1142"/>
                  </a:lnTo>
                  <a:lnTo>
                    <a:pt x="149577" y="1284"/>
                  </a:lnTo>
                  <a:lnTo>
                    <a:pt x="149150" y="1427"/>
                  </a:lnTo>
                  <a:lnTo>
                    <a:pt x="150005" y="1427"/>
                  </a:lnTo>
                  <a:lnTo>
                    <a:pt x="150861" y="1569"/>
                  </a:lnTo>
                  <a:lnTo>
                    <a:pt x="151003" y="1569"/>
                  </a:lnTo>
                  <a:lnTo>
                    <a:pt x="150718" y="1712"/>
                  </a:lnTo>
                  <a:lnTo>
                    <a:pt x="152001" y="1712"/>
                  </a:lnTo>
                  <a:lnTo>
                    <a:pt x="151716" y="1855"/>
                  </a:lnTo>
                  <a:lnTo>
                    <a:pt x="150576" y="1855"/>
                  </a:lnTo>
                  <a:lnTo>
                    <a:pt x="149863" y="1712"/>
                  </a:lnTo>
                  <a:lnTo>
                    <a:pt x="148864" y="1569"/>
                  </a:lnTo>
                  <a:lnTo>
                    <a:pt x="149150" y="1427"/>
                  </a:lnTo>
                  <a:lnTo>
                    <a:pt x="149150" y="1284"/>
                  </a:lnTo>
                  <a:lnTo>
                    <a:pt x="148864" y="1284"/>
                  </a:lnTo>
                  <a:lnTo>
                    <a:pt x="148151" y="1142"/>
                  </a:lnTo>
                  <a:lnTo>
                    <a:pt x="148294" y="1142"/>
                  </a:lnTo>
                  <a:lnTo>
                    <a:pt x="148151" y="999"/>
                  </a:lnTo>
                  <a:lnTo>
                    <a:pt x="148437" y="999"/>
                  </a:lnTo>
                  <a:lnTo>
                    <a:pt x="148579" y="856"/>
                  </a:lnTo>
                  <a:close/>
                  <a:moveTo>
                    <a:pt x="153285" y="1712"/>
                  </a:moveTo>
                  <a:lnTo>
                    <a:pt x="153570" y="1855"/>
                  </a:lnTo>
                  <a:lnTo>
                    <a:pt x="152714" y="1855"/>
                  </a:lnTo>
                  <a:lnTo>
                    <a:pt x="153142" y="1712"/>
                  </a:lnTo>
                  <a:close/>
                  <a:moveTo>
                    <a:pt x="189217" y="1712"/>
                  </a:moveTo>
                  <a:lnTo>
                    <a:pt x="189503" y="1855"/>
                  </a:lnTo>
                  <a:lnTo>
                    <a:pt x="188932" y="1855"/>
                  </a:lnTo>
                  <a:lnTo>
                    <a:pt x="188647" y="1712"/>
                  </a:lnTo>
                  <a:close/>
                  <a:moveTo>
                    <a:pt x="180519" y="1855"/>
                  </a:moveTo>
                  <a:lnTo>
                    <a:pt x="180543" y="1878"/>
                  </a:lnTo>
                  <a:lnTo>
                    <a:pt x="180543" y="1878"/>
                  </a:lnTo>
                  <a:lnTo>
                    <a:pt x="180576" y="1883"/>
                  </a:lnTo>
                  <a:lnTo>
                    <a:pt x="180576" y="1883"/>
                  </a:lnTo>
                  <a:lnTo>
                    <a:pt x="180519" y="1855"/>
                  </a:lnTo>
                  <a:close/>
                  <a:moveTo>
                    <a:pt x="144587" y="1855"/>
                  </a:moveTo>
                  <a:lnTo>
                    <a:pt x="144872" y="1997"/>
                  </a:lnTo>
                  <a:lnTo>
                    <a:pt x="144444" y="1997"/>
                  </a:lnTo>
                  <a:lnTo>
                    <a:pt x="144587" y="1855"/>
                  </a:lnTo>
                  <a:close/>
                  <a:moveTo>
                    <a:pt x="148151" y="1855"/>
                  </a:moveTo>
                  <a:lnTo>
                    <a:pt x="148151" y="1997"/>
                  </a:lnTo>
                  <a:lnTo>
                    <a:pt x="147866" y="1997"/>
                  </a:lnTo>
                  <a:lnTo>
                    <a:pt x="148151" y="1855"/>
                  </a:lnTo>
                  <a:close/>
                  <a:moveTo>
                    <a:pt x="155424" y="1855"/>
                  </a:moveTo>
                  <a:lnTo>
                    <a:pt x="155566" y="1997"/>
                  </a:lnTo>
                  <a:lnTo>
                    <a:pt x="154996" y="1997"/>
                  </a:lnTo>
                  <a:lnTo>
                    <a:pt x="155424" y="1855"/>
                  </a:lnTo>
                  <a:close/>
                  <a:moveTo>
                    <a:pt x="159844" y="1855"/>
                  </a:moveTo>
                  <a:lnTo>
                    <a:pt x="159701" y="1997"/>
                  </a:lnTo>
                  <a:lnTo>
                    <a:pt x="159701" y="1855"/>
                  </a:lnTo>
                  <a:close/>
                  <a:moveTo>
                    <a:pt x="192782" y="1855"/>
                  </a:moveTo>
                  <a:lnTo>
                    <a:pt x="193067" y="1997"/>
                  </a:lnTo>
                  <a:lnTo>
                    <a:pt x="193352" y="1997"/>
                  </a:lnTo>
                  <a:lnTo>
                    <a:pt x="193638" y="1855"/>
                  </a:lnTo>
                  <a:close/>
                  <a:moveTo>
                    <a:pt x="110080" y="1997"/>
                  </a:moveTo>
                  <a:lnTo>
                    <a:pt x="109652" y="2140"/>
                  </a:lnTo>
                  <a:lnTo>
                    <a:pt x="109224" y="2140"/>
                  </a:lnTo>
                  <a:lnTo>
                    <a:pt x="109082" y="1997"/>
                  </a:lnTo>
                  <a:close/>
                  <a:moveTo>
                    <a:pt x="143303" y="1855"/>
                  </a:moveTo>
                  <a:lnTo>
                    <a:pt x="142020" y="2140"/>
                  </a:lnTo>
                  <a:lnTo>
                    <a:pt x="141735" y="2140"/>
                  </a:lnTo>
                  <a:lnTo>
                    <a:pt x="141592" y="1997"/>
                  </a:lnTo>
                  <a:lnTo>
                    <a:pt x="142020" y="1997"/>
                  </a:lnTo>
                  <a:lnTo>
                    <a:pt x="143303" y="1855"/>
                  </a:lnTo>
                  <a:close/>
                  <a:moveTo>
                    <a:pt x="151574" y="1997"/>
                  </a:moveTo>
                  <a:lnTo>
                    <a:pt x="151574" y="2140"/>
                  </a:lnTo>
                  <a:lnTo>
                    <a:pt x="151431" y="1997"/>
                  </a:lnTo>
                  <a:close/>
                  <a:moveTo>
                    <a:pt x="156422" y="1997"/>
                  </a:moveTo>
                  <a:lnTo>
                    <a:pt x="156137" y="2140"/>
                  </a:lnTo>
                  <a:lnTo>
                    <a:pt x="155994" y="2140"/>
                  </a:lnTo>
                  <a:lnTo>
                    <a:pt x="156137" y="1997"/>
                  </a:lnTo>
                  <a:close/>
                  <a:moveTo>
                    <a:pt x="159559" y="1997"/>
                  </a:moveTo>
                  <a:lnTo>
                    <a:pt x="159131" y="2140"/>
                  </a:lnTo>
                  <a:lnTo>
                    <a:pt x="158988" y="1997"/>
                  </a:lnTo>
                  <a:close/>
                  <a:moveTo>
                    <a:pt x="162125" y="1712"/>
                  </a:moveTo>
                  <a:lnTo>
                    <a:pt x="162410" y="1855"/>
                  </a:lnTo>
                  <a:lnTo>
                    <a:pt x="162553" y="1997"/>
                  </a:lnTo>
                  <a:lnTo>
                    <a:pt x="162553" y="2140"/>
                  </a:lnTo>
                  <a:lnTo>
                    <a:pt x="162125" y="2140"/>
                  </a:lnTo>
                  <a:lnTo>
                    <a:pt x="161555" y="1855"/>
                  </a:lnTo>
                  <a:lnTo>
                    <a:pt x="161555" y="2140"/>
                  </a:lnTo>
                  <a:lnTo>
                    <a:pt x="160985" y="2140"/>
                  </a:lnTo>
                  <a:lnTo>
                    <a:pt x="160557" y="1997"/>
                  </a:lnTo>
                  <a:lnTo>
                    <a:pt x="160557" y="1855"/>
                  </a:lnTo>
                  <a:lnTo>
                    <a:pt x="161127" y="1712"/>
                  </a:lnTo>
                  <a:close/>
                  <a:moveTo>
                    <a:pt x="194065" y="1997"/>
                  </a:moveTo>
                  <a:lnTo>
                    <a:pt x="194065" y="2140"/>
                  </a:lnTo>
                  <a:lnTo>
                    <a:pt x="193638" y="2140"/>
                  </a:lnTo>
                  <a:lnTo>
                    <a:pt x="193638" y="1997"/>
                  </a:lnTo>
                  <a:close/>
                  <a:moveTo>
                    <a:pt x="106658" y="2140"/>
                  </a:moveTo>
                  <a:lnTo>
                    <a:pt x="106658" y="2282"/>
                  </a:lnTo>
                  <a:lnTo>
                    <a:pt x="106373" y="2282"/>
                  </a:lnTo>
                  <a:lnTo>
                    <a:pt x="106373" y="2140"/>
                  </a:lnTo>
                  <a:close/>
                  <a:moveTo>
                    <a:pt x="147011" y="2140"/>
                  </a:moveTo>
                  <a:lnTo>
                    <a:pt x="147011" y="2282"/>
                  </a:lnTo>
                  <a:lnTo>
                    <a:pt x="146868" y="2282"/>
                  </a:lnTo>
                  <a:lnTo>
                    <a:pt x="146583" y="2140"/>
                  </a:lnTo>
                  <a:close/>
                  <a:moveTo>
                    <a:pt x="156992" y="2140"/>
                  </a:moveTo>
                  <a:lnTo>
                    <a:pt x="156707" y="2282"/>
                  </a:lnTo>
                  <a:lnTo>
                    <a:pt x="156707" y="2140"/>
                  </a:lnTo>
                  <a:close/>
                  <a:moveTo>
                    <a:pt x="157990" y="2140"/>
                  </a:moveTo>
                  <a:lnTo>
                    <a:pt x="157562" y="2282"/>
                  </a:lnTo>
                  <a:lnTo>
                    <a:pt x="157277" y="2282"/>
                  </a:lnTo>
                  <a:lnTo>
                    <a:pt x="157990" y="2140"/>
                  </a:lnTo>
                  <a:close/>
                  <a:moveTo>
                    <a:pt x="183229" y="2140"/>
                  </a:moveTo>
                  <a:lnTo>
                    <a:pt x="183086" y="2282"/>
                  </a:lnTo>
                  <a:lnTo>
                    <a:pt x="182801" y="2282"/>
                  </a:lnTo>
                  <a:lnTo>
                    <a:pt x="182373" y="2140"/>
                  </a:lnTo>
                  <a:close/>
                  <a:moveTo>
                    <a:pt x="184797" y="2140"/>
                  </a:moveTo>
                  <a:lnTo>
                    <a:pt x="184797" y="2282"/>
                  </a:lnTo>
                  <a:lnTo>
                    <a:pt x="184654" y="2140"/>
                  </a:lnTo>
                  <a:close/>
                  <a:moveTo>
                    <a:pt x="206756" y="2140"/>
                  </a:moveTo>
                  <a:lnTo>
                    <a:pt x="207041" y="2282"/>
                  </a:lnTo>
                  <a:lnTo>
                    <a:pt x="206898" y="2282"/>
                  </a:lnTo>
                  <a:lnTo>
                    <a:pt x="206756" y="2140"/>
                  </a:lnTo>
                  <a:close/>
                  <a:moveTo>
                    <a:pt x="109795" y="2282"/>
                  </a:moveTo>
                  <a:lnTo>
                    <a:pt x="109510" y="2425"/>
                  </a:lnTo>
                  <a:lnTo>
                    <a:pt x="108939" y="2425"/>
                  </a:lnTo>
                  <a:lnTo>
                    <a:pt x="109224" y="2282"/>
                  </a:lnTo>
                  <a:close/>
                  <a:moveTo>
                    <a:pt x="114643" y="2282"/>
                  </a:moveTo>
                  <a:lnTo>
                    <a:pt x="114785" y="2425"/>
                  </a:lnTo>
                  <a:lnTo>
                    <a:pt x="114500" y="2282"/>
                  </a:lnTo>
                  <a:close/>
                  <a:moveTo>
                    <a:pt x="138028" y="2282"/>
                  </a:moveTo>
                  <a:lnTo>
                    <a:pt x="138170" y="2425"/>
                  </a:lnTo>
                  <a:lnTo>
                    <a:pt x="137885" y="2425"/>
                  </a:lnTo>
                  <a:lnTo>
                    <a:pt x="137885" y="2282"/>
                  </a:lnTo>
                  <a:close/>
                  <a:moveTo>
                    <a:pt x="143589" y="2282"/>
                  </a:moveTo>
                  <a:lnTo>
                    <a:pt x="144729" y="2425"/>
                  </a:lnTo>
                  <a:lnTo>
                    <a:pt x="143731" y="2425"/>
                  </a:lnTo>
                  <a:lnTo>
                    <a:pt x="143303" y="2282"/>
                  </a:lnTo>
                  <a:close/>
                  <a:moveTo>
                    <a:pt x="148151" y="2282"/>
                  </a:moveTo>
                  <a:lnTo>
                    <a:pt x="147866" y="2425"/>
                  </a:lnTo>
                  <a:lnTo>
                    <a:pt x="147581" y="2425"/>
                  </a:lnTo>
                  <a:lnTo>
                    <a:pt x="147581" y="2282"/>
                  </a:lnTo>
                  <a:close/>
                  <a:moveTo>
                    <a:pt x="154140" y="2282"/>
                  </a:moveTo>
                  <a:lnTo>
                    <a:pt x="153998" y="2425"/>
                  </a:lnTo>
                  <a:lnTo>
                    <a:pt x="153855" y="2425"/>
                  </a:lnTo>
                  <a:lnTo>
                    <a:pt x="153712" y="2282"/>
                  </a:lnTo>
                  <a:close/>
                  <a:moveTo>
                    <a:pt x="171251" y="2140"/>
                  </a:moveTo>
                  <a:lnTo>
                    <a:pt x="171108" y="2282"/>
                  </a:lnTo>
                  <a:lnTo>
                    <a:pt x="170681" y="2282"/>
                  </a:lnTo>
                  <a:lnTo>
                    <a:pt x="170538" y="2425"/>
                  </a:lnTo>
                  <a:lnTo>
                    <a:pt x="170110" y="2282"/>
                  </a:lnTo>
                  <a:lnTo>
                    <a:pt x="170110" y="2140"/>
                  </a:lnTo>
                  <a:close/>
                  <a:moveTo>
                    <a:pt x="173532" y="2282"/>
                  </a:moveTo>
                  <a:lnTo>
                    <a:pt x="173532" y="2425"/>
                  </a:lnTo>
                  <a:lnTo>
                    <a:pt x="173247" y="2425"/>
                  </a:lnTo>
                  <a:lnTo>
                    <a:pt x="173247" y="2282"/>
                  </a:lnTo>
                  <a:close/>
                  <a:moveTo>
                    <a:pt x="191784" y="2282"/>
                  </a:moveTo>
                  <a:lnTo>
                    <a:pt x="191927" y="2425"/>
                  </a:lnTo>
                  <a:lnTo>
                    <a:pt x="191499" y="2425"/>
                  </a:lnTo>
                  <a:lnTo>
                    <a:pt x="191784" y="2282"/>
                  </a:lnTo>
                  <a:close/>
                  <a:moveTo>
                    <a:pt x="205473" y="2282"/>
                  </a:moveTo>
                  <a:lnTo>
                    <a:pt x="205615" y="2425"/>
                  </a:lnTo>
                  <a:lnTo>
                    <a:pt x="205473" y="2425"/>
                  </a:lnTo>
                  <a:lnTo>
                    <a:pt x="205473" y="2282"/>
                  </a:lnTo>
                  <a:close/>
                  <a:moveTo>
                    <a:pt x="208895" y="2282"/>
                  </a:moveTo>
                  <a:lnTo>
                    <a:pt x="209323" y="2425"/>
                  </a:lnTo>
                  <a:lnTo>
                    <a:pt x="208610" y="2425"/>
                  </a:lnTo>
                  <a:lnTo>
                    <a:pt x="208895" y="2282"/>
                  </a:lnTo>
                  <a:close/>
                  <a:moveTo>
                    <a:pt x="210463" y="2282"/>
                  </a:moveTo>
                  <a:lnTo>
                    <a:pt x="210606" y="2425"/>
                  </a:lnTo>
                  <a:lnTo>
                    <a:pt x="210321" y="2425"/>
                  </a:lnTo>
                  <a:lnTo>
                    <a:pt x="210321" y="2282"/>
                  </a:lnTo>
                  <a:close/>
                  <a:moveTo>
                    <a:pt x="218733" y="2425"/>
                  </a:moveTo>
                  <a:lnTo>
                    <a:pt x="218733" y="2432"/>
                  </a:lnTo>
                  <a:lnTo>
                    <a:pt x="218733" y="2432"/>
                  </a:lnTo>
                  <a:lnTo>
                    <a:pt x="218962" y="2453"/>
                  </a:lnTo>
                  <a:lnTo>
                    <a:pt x="218962" y="2453"/>
                  </a:lnTo>
                  <a:lnTo>
                    <a:pt x="218876" y="2425"/>
                  </a:lnTo>
                  <a:close/>
                  <a:moveTo>
                    <a:pt x="107799" y="2425"/>
                  </a:moveTo>
                  <a:lnTo>
                    <a:pt x="107228" y="2567"/>
                  </a:lnTo>
                  <a:lnTo>
                    <a:pt x="107371" y="2425"/>
                  </a:lnTo>
                  <a:close/>
                  <a:moveTo>
                    <a:pt x="115356" y="2425"/>
                  </a:moveTo>
                  <a:lnTo>
                    <a:pt x="115641" y="2567"/>
                  </a:lnTo>
                  <a:lnTo>
                    <a:pt x="115071" y="2567"/>
                  </a:lnTo>
                  <a:lnTo>
                    <a:pt x="115071" y="2425"/>
                  </a:lnTo>
                  <a:close/>
                  <a:moveTo>
                    <a:pt x="145157" y="2425"/>
                  </a:moveTo>
                  <a:lnTo>
                    <a:pt x="145015" y="2567"/>
                  </a:lnTo>
                  <a:lnTo>
                    <a:pt x="144872" y="2567"/>
                  </a:lnTo>
                  <a:lnTo>
                    <a:pt x="145015" y="2425"/>
                  </a:lnTo>
                  <a:close/>
                  <a:moveTo>
                    <a:pt x="194921" y="2425"/>
                  </a:moveTo>
                  <a:lnTo>
                    <a:pt x="194921" y="2567"/>
                  </a:lnTo>
                  <a:lnTo>
                    <a:pt x="194636" y="2425"/>
                  </a:lnTo>
                  <a:close/>
                  <a:moveTo>
                    <a:pt x="208182" y="2425"/>
                  </a:moveTo>
                  <a:lnTo>
                    <a:pt x="207754" y="2567"/>
                  </a:lnTo>
                  <a:lnTo>
                    <a:pt x="207611" y="2425"/>
                  </a:lnTo>
                  <a:close/>
                  <a:moveTo>
                    <a:pt x="217593" y="2425"/>
                  </a:moveTo>
                  <a:lnTo>
                    <a:pt x="217878" y="2567"/>
                  </a:lnTo>
                  <a:lnTo>
                    <a:pt x="217593" y="2567"/>
                  </a:lnTo>
                  <a:lnTo>
                    <a:pt x="217450" y="2425"/>
                  </a:lnTo>
                  <a:close/>
                  <a:moveTo>
                    <a:pt x="109082" y="2567"/>
                  </a:moveTo>
                  <a:lnTo>
                    <a:pt x="108654" y="2710"/>
                  </a:lnTo>
                  <a:lnTo>
                    <a:pt x="108369" y="2710"/>
                  </a:lnTo>
                  <a:lnTo>
                    <a:pt x="108369" y="2567"/>
                  </a:lnTo>
                  <a:close/>
                  <a:moveTo>
                    <a:pt x="144302" y="2567"/>
                  </a:moveTo>
                  <a:lnTo>
                    <a:pt x="144444" y="2710"/>
                  </a:lnTo>
                  <a:lnTo>
                    <a:pt x="144302" y="2710"/>
                  </a:lnTo>
                  <a:lnTo>
                    <a:pt x="144302" y="2567"/>
                  </a:lnTo>
                  <a:close/>
                  <a:moveTo>
                    <a:pt x="151431" y="2282"/>
                  </a:moveTo>
                  <a:lnTo>
                    <a:pt x="151574" y="2425"/>
                  </a:lnTo>
                  <a:lnTo>
                    <a:pt x="152429" y="2425"/>
                  </a:lnTo>
                  <a:lnTo>
                    <a:pt x="152572" y="2567"/>
                  </a:lnTo>
                  <a:lnTo>
                    <a:pt x="152429" y="2567"/>
                  </a:lnTo>
                  <a:lnTo>
                    <a:pt x="151716" y="2710"/>
                  </a:lnTo>
                  <a:lnTo>
                    <a:pt x="150718" y="2567"/>
                  </a:lnTo>
                  <a:lnTo>
                    <a:pt x="151146" y="2282"/>
                  </a:lnTo>
                  <a:close/>
                  <a:moveTo>
                    <a:pt x="153427" y="2425"/>
                  </a:moveTo>
                  <a:lnTo>
                    <a:pt x="153855" y="2567"/>
                  </a:lnTo>
                  <a:lnTo>
                    <a:pt x="154283" y="2710"/>
                  </a:lnTo>
                  <a:lnTo>
                    <a:pt x="153427" y="2710"/>
                  </a:lnTo>
                  <a:lnTo>
                    <a:pt x="153570" y="2567"/>
                  </a:lnTo>
                  <a:lnTo>
                    <a:pt x="153142" y="2425"/>
                  </a:lnTo>
                  <a:close/>
                  <a:moveTo>
                    <a:pt x="164122" y="2567"/>
                  </a:moveTo>
                  <a:lnTo>
                    <a:pt x="164264" y="2710"/>
                  </a:lnTo>
                  <a:lnTo>
                    <a:pt x="163551" y="2567"/>
                  </a:lnTo>
                  <a:close/>
                  <a:moveTo>
                    <a:pt x="171251" y="2567"/>
                  </a:moveTo>
                  <a:lnTo>
                    <a:pt x="171251" y="2710"/>
                  </a:lnTo>
                  <a:lnTo>
                    <a:pt x="170681" y="2710"/>
                  </a:lnTo>
                  <a:lnTo>
                    <a:pt x="170681" y="2567"/>
                  </a:lnTo>
                  <a:close/>
                  <a:moveTo>
                    <a:pt x="172677" y="2140"/>
                  </a:moveTo>
                  <a:lnTo>
                    <a:pt x="172677" y="2282"/>
                  </a:lnTo>
                  <a:lnTo>
                    <a:pt x="172392" y="2282"/>
                  </a:lnTo>
                  <a:lnTo>
                    <a:pt x="172962" y="2425"/>
                  </a:lnTo>
                  <a:lnTo>
                    <a:pt x="173247" y="2567"/>
                  </a:lnTo>
                  <a:lnTo>
                    <a:pt x="172820" y="2710"/>
                  </a:lnTo>
                  <a:lnTo>
                    <a:pt x="172677" y="2567"/>
                  </a:lnTo>
                  <a:lnTo>
                    <a:pt x="172962" y="2425"/>
                  </a:lnTo>
                  <a:lnTo>
                    <a:pt x="172249" y="2425"/>
                  </a:lnTo>
                  <a:lnTo>
                    <a:pt x="172392" y="2282"/>
                  </a:lnTo>
                  <a:lnTo>
                    <a:pt x="172249" y="2282"/>
                  </a:lnTo>
                  <a:lnTo>
                    <a:pt x="172677" y="2140"/>
                  </a:lnTo>
                  <a:close/>
                  <a:moveTo>
                    <a:pt x="232992" y="2567"/>
                  </a:moveTo>
                  <a:lnTo>
                    <a:pt x="233420" y="2710"/>
                  </a:lnTo>
                  <a:lnTo>
                    <a:pt x="233135" y="2710"/>
                  </a:lnTo>
                  <a:lnTo>
                    <a:pt x="232992" y="2567"/>
                  </a:lnTo>
                  <a:close/>
                  <a:moveTo>
                    <a:pt x="116354" y="2567"/>
                  </a:moveTo>
                  <a:lnTo>
                    <a:pt x="115784" y="2710"/>
                  </a:lnTo>
                  <a:lnTo>
                    <a:pt x="115356" y="2853"/>
                  </a:lnTo>
                  <a:lnTo>
                    <a:pt x="114358" y="2853"/>
                  </a:lnTo>
                  <a:lnTo>
                    <a:pt x="114500" y="2710"/>
                  </a:lnTo>
                  <a:lnTo>
                    <a:pt x="114928" y="2710"/>
                  </a:lnTo>
                  <a:lnTo>
                    <a:pt x="115784" y="2567"/>
                  </a:lnTo>
                  <a:close/>
                  <a:moveTo>
                    <a:pt x="121059" y="2710"/>
                  </a:moveTo>
                  <a:lnTo>
                    <a:pt x="120917" y="2853"/>
                  </a:lnTo>
                  <a:lnTo>
                    <a:pt x="120346" y="2853"/>
                  </a:lnTo>
                  <a:lnTo>
                    <a:pt x="121059" y="2710"/>
                  </a:lnTo>
                  <a:close/>
                  <a:moveTo>
                    <a:pt x="123769" y="2710"/>
                  </a:moveTo>
                  <a:lnTo>
                    <a:pt x="123911" y="2853"/>
                  </a:lnTo>
                  <a:lnTo>
                    <a:pt x="122770" y="2853"/>
                  </a:lnTo>
                  <a:lnTo>
                    <a:pt x="123198" y="2710"/>
                  </a:lnTo>
                  <a:close/>
                  <a:moveTo>
                    <a:pt x="131183" y="2710"/>
                  </a:moveTo>
                  <a:lnTo>
                    <a:pt x="131183" y="2853"/>
                  </a:lnTo>
                  <a:lnTo>
                    <a:pt x="130756" y="2710"/>
                  </a:lnTo>
                  <a:close/>
                  <a:moveTo>
                    <a:pt x="167259" y="2710"/>
                  </a:moveTo>
                  <a:lnTo>
                    <a:pt x="167259" y="2853"/>
                  </a:lnTo>
                  <a:lnTo>
                    <a:pt x="167116" y="2853"/>
                  </a:lnTo>
                  <a:lnTo>
                    <a:pt x="167116" y="2710"/>
                  </a:lnTo>
                  <a:close/>
                  <a:moveTo>
                    <a:pt x="172677" y="2710"/>
                  </a:moveTo>
                  <a:lnTo>
                    <a:pt x="172677" y="2853"/>
                  </a:lnTo>
                  <a:lnTo>
                    <a:pt x="172249" y="2853"/>
                  </a:lnTo>
                  <a:lnTo>
                    <a:pt x="172392" y="2710"/>
                  </a:lnTo>
                  <a:close/>
                  <a:moveTo>
                    <a:pt x="193210" y="2567"/>
                  </a:moveTo>
                  <a:lnTo>
                    <a:pt x="193495" y="2710"/>
                  </a:lnTo>
                  <a:lnTo>
                    <a:pt x="193210" y="2710"/>
                  </a:lnTo>
                  <a:lnTo>
                    <a:pt x="193067" y="2853"/>
                  </a:lnTo>
                  <a:lnTo>
                    <a:pt x="192925" y="2853"/>
                  </a:lnTo>
                  <a:lnTo>
                    <a:pt x="192497" y="2710"/>
                  </a:lnTo>
                  <a:lnTo>
                    <a:pt x="193067" y="2567"/>
                  </a:lnTo>
                  <a:close/>
                  <a:moveTo>
                    <a:pt x="207611" y="2567"/>
                  </a:moveTo>
                  <a:lnTo>
                    <a:pt x="207754" y="2710"/>
                  </a:lnTo>
                  <a:lnTo>
                    <a:pt x="208182" y="2853"/>
                  </a:lnTo>
                  <a:lnTo>
                    <a:pt x="208039" y="2853"/>
                  </a:lnTo>
                  <a:lnTo>
                    <a:pt x="207754" y="2710"/>
                  </a:lnTo>
                  <a:lnTo>
                    <a:pt x="207469" y="2710"/>
                  </a:lnTo>
                  <a:lnTo>
                    <a:pt x="207611" y="2567"/>
                  </a:lnTo>
                  <a:close/>
                  <a:moveTo>
                    <a:pt x="209037" y="2710"/>
                  </a:moveTo>
                  <a:lnTo>
                    <a:pt x="209180" y="2853"/>
                  </a:lnTo>
                  <a:lnTo>
                    <a:pt x="208895" y="2710"/>
                  </a:lnTo>
                  <a:close/>
                  <a:moveTo>
                    <a:pt x="210891" y="2710"/>
                  </a:moveTo>
                  <a:lnTo>
                    <a:pt x="212459" y="2853"/>
                  </a:lnTo>
                  <a:lnTo>
                    <a:pt x="210606" y="2853"/>
                  </a:lnTo>
                  <a:lnTo>
                    <a:pt x="210321" y="2710"/>
                  </a:lnTo>
                  <a:close/>
                  <a:moveTo>
                    <a:pt x="130898" y="2853"/>
                  </a:moveTo>
                  <a:lnTo>
                    <a:pt x="131183" y="2995"/>
                  </a:lnTo>
                  <a:lnTo>
                    <a:pt x="131041" y="2995"/>
                  </a:lnTo>
                  <a:lnTo>
                    <a:pt x="130898" y="2853"/>
                  </a:lnTo>
                  <a:close/>
                  <a:moveTo>
                    <a:pt x="166688" y="2853"/>
                  </a:moveTo>
                  <a:lnTo>
                    <a:pt x="166688" y="2995"/>
                  </a:lnTo>
                  <a:lnTo>
                    <a:pt x="166260" y="2853"/>
                  </a:lnTo>
                  <a:close/>
                  <a:moveTo>
                    <a:pt x="173247" y="2853"/>
                  </a:moveTo>
                  <a:lnTo>
                    <a:pt x="173390" y="2995"/>
                  </a:lnTo>
                  <a:lnTo>
                    <a:pt x="173105" y="2995"/>
                  </a:lnTo>
                  <a:lnTo>
                    <a:pt x="173247" y="2853"/>
                  </a:lnTo>
                  <a:close/>
                  <a:moveTo>
                    <a:pt x="176242" y="2710"/>
                  </a:moveTo>
                  <a:lnTo>
                    <a:pt x="177240" y="2853"/>
                  </a:lnTo>
                  <a:lnTo>
                    <a:pt x="176669" y="2995"/>
                  </a:lnTo>
                  <a:lnTo>
                    <a:pt x="176384" y="2853"/>
                  </a:lnTo>
                  <a:lnTo>
                    <a:pt x="176242" y="2710"/>
                  </a:lnTo>
                  <a:close/>
                  <a:moveTo>
                    <a:pt x="196347" y="2853"/>
                  </a:moveTo>
                  <a:lnTo>
                    <a:pt x="196489" y="2995"/>
                  </a:lnTo>
                  <a:lnTo>
                    <a:pt x="195919" y="2995"/>
                  </a:lnTo>
                  <a:lnTo>
                    <a:pt x="196347" y="2853"/>
                  </a:lnTo>
                  <a:close/>
                  <a:moveTo>
                    <a:pt x="199769" y="2853"/>
                  </a:moveTo>
                  <a:lnTo>
                    <a:pt x="199484" y="2995"/>
                  </a:lnTo>
                  <a:lnTo>
                    <a:pt x="199484" y="2853"/>
                  </a:lnTo>
                  <a:close/>
                  <a:moveTo>
                    <a:pt x="200625" y="2853"/>
                  </a:moveTo>
                  <a:lnTo>
                    <a:pt x="200910" y="2995"/>
                  </a:lnTo>
                  <a:lnTo>
                    <a:pt x="200482" y="2995"/>
                  </a:lnTo>
                  <a:lnTo>
                    <a:pt x="200482" y="2853"/>
                  </a:lnTo>
                  <a:close/>
                  <a:moveTo>
                    <a:pt x="209465" y="2853"/>
                  </a:moveTo>
                  <a:lnTo>
                    <a:pt x="209465" y="2995"/>
                  </a:lnTo>
                  <a:lnTo>
                    <a:pt x="209180" y="2995"/>
                  </a:lnTo>
                  <a:lnTo>
                    <a:pt x="209098" y="2975"/>
                  </a:lnTo>
                  <a:lnTo>
                    <a:pt x="209098" y="2975"/>
                  </a:lnTo>
                  <a:lnTo>
                    <a:pt x="209465" y="2853"/>
                  </a:lnTo>
                  <a:close/>
                  <a:moveTo>
                    <a:pt x="215026" y="2853"/>
                  </a:moveTo>
                  <a:lnTo>
                    <a:pt x="215026" y="2995"/>
                  </a:lnTo>
                  <a:lnTo>
                    <a:pt x="214884" y="2995"/>
                  </a:lnTo>
                  <a:lnTo>
                    <a:pt x="214741" y="2853"/>
                  </a:lnTo>
                  <a:close/>
                  <a:moveTo>
                    <a:pt x="215739" y="2853"/>
                  </a:moveTo>
                  <a:lnTo>
                    <a:pt x="215739" y="2995"/>
                  </a:lnTo>
                  <a:lnTo>
                    <a:pt x="215454" y="2995"/>
                  </a:lnTo>
                  <a:lnTo>
                    <a:pt x="215739" y="2853"/>
                  </a:lnTo>
                  <a:close/>
                  <a:moveTo>
                    <a:pt x="218163" y="2853"/>
                  </a:moveTo>
                  <a:lnTo>
                    <a:pt x="218876" y="2995"/>
                  </a:lnTo>
                  <a:lnTo>
                    <a:pt x="217450" y="2995"/>
                  </a:lnTo>
                  <a:lnTo>
                    <a:pt x="217878" y="2853"/>
                  </a:lnTo>
                  <a:close/>
                  <a:moveTo>
                    <a:pt x="220445" y="2710"/>
                  </a:moveTo>
                  <a:lnTo>
                    <a:pt x="220730" y="2853"/>
                  </a:lnTo>
                  <a:lnTo>
                    <a:pt x="220587" y="2995"/>
                  </a:lnTo>
                  <a:lnTo>
                    <a:pt x="220159" y="2853"/>
                  </a:lnTo>
                  <a:lnTo>
                    <a:pt x="218876" y="2710"/>
                  </a:lnTo>
                  <a:close/>
                  <a:moveTo>
                    <a:pt x="230996" y="2853"/>
                  </a:moveTo>
                  <a:lnTo>
                    <a:pt x="231281" y="2995"/>
                  </a:lnTo>
                  <a:lnTo>
                    <a:pt x="230711" y="2995"/>
                  </a:lnTo>
                  <a:lnTo>
                    <a:pt x="230568" y="2853"/>
                  </a:lnTo>
                  <a:close/>
                  <a:moveTo>
                    <a:pt x="223724" y="2995"/>
                  </a:moveTo>
                  <a:lnTo>
                    <a:pt x="223831" y="3102"/>
                  </a:lnTo>
                  <a:lnTo>
                    <a:pt x="223831" y="3102"/>
                  </a:lnTo>
                  <a:lnTo>
                    <a:pt x="223296" y="2995"/>
                  </a:lnTo>
                  <a:close/>
                  <a:moveTo>
                    <a:pt x="175529" y="2995"/>
                  </a:moveTo>
                  <a:lnTo>
                    <a:pt x="176669" y="3138"/>
                  </a:lnTo>
                  <a:lnTo>
                    <a:pt x="175386" y="3138"/>
                  </a:lnTo>
                  <a:lnTo>
                    <a:pt x="174531" y="2995"/>
                  </a:lnTo>
                  <a:close/>
                  <a:moveTo>
                    <a:pt x="180377" y="2995"/>
                  </a:moveTo>
                  <a:lnTo>
                    <a:pt x="180234" y="3138"/>
                  </a:lnTo>
                  <a:lnTo>
                    <a:pt x="179379" y="3138"/>
                  </a:lnTo>
                  <a:lnTo>
                    <a:pt x="179521" y="2995"/>
                  </a:lnTo>
                  <a:close/>
                  <a:moveTo>
                    <a:pt x="213315" y="2710"/>
                  </a:moveTo>
                  <a:lnTo>
                    <a:pt x="213743" y="2853"/>
                  </a:lnTo>
                  <a:lnTo>
                    <a:pt x="213885" y="2853"/>
                  </a:lnTo>
                  <a:lnTo>
                    <a:pt x="213743" y="2995"/>
                  </a:lnTo>
                  <a:lnTo>
                    <a:pt x="214028" y="3138"/>
                  </a:lnTo>
                  <a:lnTo>
                    <a:pt x="213315" y="3138"/>
                  </a:lnTo>
                  <a:lnTo>
                    <a:pt x="213743" y="2995"/>
                  </a:lnTo>
                  <a:lnTo>
                    <a:pt x="213315" y="2710"/>
                  </a:lnTo>
                  <a:close/>
                  <a:moveTo>
                    <a:pt x="219589" y="2995"/>
                  </a:moveTo>
                  <a:lnTo>
                    <a:pt x="219589" y="3138"/>
                  </a:lnTo>
                  <a:lnTo>
                    <a:pt x="219161" y="2995"/>
                  </a:lnTo>
                  <a:close/>
                  <a:moveTo>
                    <a:pt x="220159" y="2995"/>
                  </a:moveTo>
                  <a:lnTo>
                    <a:pt x="220159" y="3138"/>
                  </a:lnTo>
                  <a:lnTo>
                    <a:pt x="220017" y="3138"/>
                  </a:lnTo>
                  <a:lnTo>
                    <a:pt x="220017" y="2995"/>
                  </a:lnTo>
                  <a:close/>
                  <a:moveTo>
                    <a:pt x="221443" y="2995"/>
                  </a:moveTo>
                  <a:lnTo>
                    <a:pt x="221443" y="3138"/>
                  </a:lnTo>
                  <a:lnTo>
                    <a:pt x="221157" y="3138"/>
                  </a:lnTo>
                  <a:lnTo>
                    <a:pt x="221157" y="2995"/>
                  </a:lnTo>
                  <a:close/>
                  <a:moveTo>
                    <a:pt x="224437" y="2995"/>
                  </a:moveTo>
                  <a:lnTo>
                    <a:pt x="224865" y="3138"/>
                  </a:lnTo>
                  <a:lnTo>
                    <a:pt x="224294" y="3138"/>
                  </a:lnTo>
                  <a:lnTo>
                    <a:pt x="224294" y="2995"/>
                  </a:lnTo>
                  <a:close/>
                  <a:moveTo>
                    <a:pt x="228857" y="2995"/>
                  </a:moveTo>
                  <a:lnTo>
                    <a:pt x="228857" y="3138"/>
                  </a:lnTo>
                  <a:lnTo>
                    <a:pt x="228715" y="3138"/>
                  </a:lnTo>
                  <a:lnTo>
                    <a:pt x="228715" y="2995"/>
                  </a:lnTo>
                  <a:close/>
                  <a:moveTo>
                    <a:pt x="175244" y="3138"/>
                  </a:moveTo>
                  <a:lnTo>
                    <a:pt x="175529" y="3280"/>
                  </a:lnTo>
                  <a:lnTo>
                    <a:pt x="175386" y="3280"/>
                  </a:lnTo>
                  <a:lnTo>
                    <a:pt x="175101" y="3138"/>
                  </a:lnTo>
                  <a:close/>
                  <a:moveTo>
                    <a:pt x="194778" y="2995"/>
                  </a:moveTo>
                  <a:lnTo>
                    <a:pt x="195206" y="3138"/>
                  </a:lnTo>
                  <a:lnTo>
                    <a:pt x="195349" y="3280"/>
                  </a:lnTo>
                  <a:lnTo>
                    <a:pt x="194921" y="3280"/>
                  </a:lnTo>
                  <a:lnTo>
                    <a:pt x="195206" y="3138"/>
                  </a:lnTo>
                  <a:lnTo>
                    <a:pt x="194493" y="3138"/>
                  </a:lnTo>
                  <a:lnTo>
                    <a:pt x="194493" y="2995"/>
                  </a:lnTo>
                  <a:close/>
                  <a:moveTo>
                    <a:pt x="200482" y="3138"/>
                  </a:moveTo>
                  <a:lnTo>
                    <a:pt x="200625" y="3280"/>
                  </a:lnTo>
                  <a:lnTo>
                    <a:pt x="200197" y="3138"/>
                  </a:lnTo>
                  <a:close/>
                  <a:moveTo>
                    <a:pt x="215739" y="3138"/>
                  </a:moveTo>
                  <a:lnTo>
                    <a:pt x="215454" y="3280"/>
                  </a:lnTo>
                  <a:lnTo>
                    <a:pt x="213885" y="3280"/>
                  </a:lnTo>
                  <a:lnTo>
                    <a:pt x="214456" y="3138"/>
                  </a:lnTo>
                  <a:close/>
                  <a:moveTo>
                    <a:pt x="217308" y="3138"/>
                  </a:moveTo>
                  <a:lnTo>
                    <a:pt x="217165" y="3280"/>
                  </a:lnTo>
                  <a:lnTo>
                    <a:pt x="217022" y="3280"/>
                  </a:lnTo>
                  <a:lnTo>
                    <a:pt x="216595" y="3138"/>
                  </a:lnTo>
                  <a:close/>
                  <a:moveTo>
                    <a:pt x="218448" y="3138"/>
                  </a:moveTo>
                  <a:lnTo>
                    <a:pt x="218591" y="3280"/>
                  </a:lnTo>
                  <a:lnTo>
                    <a:pt x="218163" y="3280"/>
                  </a:lnTo>
                  <a:lnTo>
                    <a:pt x="218448" y="3138"/>
                  </a:lnTo>
                  <a:close/>
                  <a:moveTo>
                    <a:pt x="229998" y="2995"/>
                  </a:moveTo>
                  <a:lnTo>
                    <a:pt x="230426" y="3280"/>
                  </a:lnTo>
                  <a:lnTo>
                    <a:pt x="230141" y="3138"/>
                  </a:lnTo>
                  <a:lnTo>
                    <a:pt x="229998" y="3138"/>
                  </a:lnTo>
                  <a:lnTo>
                    <a:pt x="229998" y="2995"/>
                  </a:lnTo>
                  <a:close/>
                  <a:moveTo>
                    <a:pt x="238411" y="3138"/>
                  </a:moveTo>
                  <a:lnTo>
                    <a:pt x="238126" y="3280"/>
                  </a:lnTo>
                  <a:lnTo>
                    <a:pt x="237983" y="3280"/>
                  </a:lnTo>
                  <a:lnTo>
                    <a:pt x="237983" y="3138"/>
                  </a:lnTo>
                  <a:close/>
                  <a:moveTo>
                    <a:pt x="107228" y="3280"/>
                  </a:moveTo>
                  <a:lnTo>
                    <a:pt x="107371" y="3423"/>
                  </a:lnTo>
                  <a:lnTo>
                    <a:pt x="107086" y="3423"/>
                  </a:lnTo>
                  <a:lnTo>
                    <a:pt x="107228" y="3280"/>
                  </a:lnTo>
                  <a:close/>
                  <a:moveTo>
                    <a:pt x="117067" y="3280"/>
                  </a:moveTo>
                  <a:lnTo>
                    <a:pt x="116782" y="3423"/>
                  </a:lnTo>
                  <a:lnTo>
                    <a:pt x="116782" y="3280"/>
                  </a:lnTo>
                  <a:close/>
                  <a:moveTo>
                    <a:pt x="166260" y="3280"/>
                  </a:moveTo>
                  <a:lnTo>
                    <a:pt x="166403" y="3423"/>
                  </a:lnTo>
                  <a:lnTo>
                    <a:pt x="166118" y="3280"/>
                  </a:lnTo>
                  <a:close/>
                  <a:moveTo>
                    <a:pt x="169968" y="3280"/>
                  </a:moveTo>
                  <a:lnTo>
                    <a:pt x="169968" y="3423"/>
                  </a:lnTo>
                  <a:lnTo>
                    <a:pt x="169397" y="3280"/>
                  </a:lnTo>
                  <a:close/>
                  <a:moveTo>
                    <a:pt x="172820" y="3138"/>
                  </a:moveTo>
                  <a:lnTo>
                    <a:pt x="172392" y="3423"/>
                  </a:lnTo>
                  <a:lnTo>
                    <a:pt x="171964" y="3423"/>
                  </a:lnTo>
                  <a:lnTo>
                    <a:pt x="172249" y="3280"/>
                  </a:lnTo>
                  <a:lnTo>
                    <a:pt x="172392" y="3280"/>
                  </a:lnTo>
                  <a:lnTo>
                    <a:pt x="172534" y="3138"/>
                  </a:lnTo>
                  <a:close/>
                  <a:moveTo>
                    <a:pt x="206898" y="3280"/>
                  </a:moveTo>
                  <a:lnTo>
                    <a:pt x="207041" y="3423"/>
                  </a:lnTo>
                  <a:lnTo>
                    <a:pt x="205758" y="3423"/>
                  </a:lnTo>
                  <a:lnTo>
                    <a:pt x="206471" y="3280"/>
                  </a:lnTo>
                  <a:close/>
                  <a:moveTo>
                    <a:pt x="210606" y="3280"/>
                  </a:moveTo>
                  <a:lnTo>
                    <a:pt x="210035" y="3423"/>
                  </a:lnTo>
                  <a:lnTo>
                    <a:pt x="209465" y="3423"/>
                  </a:lnTo>
                  <a:lnTo>
                    <a:pt x="210035" y="3280"/>
                  </a:lnTo>
                  <a:close/>
                  <a:moveTo>
                    <a:pt x="212032" y="3280"/>
                  </a:moveTo>
                  <a:lnTo>
                    <a:pt x="212032" y="3423"/>
                  </a:lnTo>
                  <a:lnTo>
                    <a:pt x="211889" y="3423"/>
                  </a:lnTo>
                  <a:lnTo>
                    <a:pt x="212032" y="3280"/>
                  </a:lnTo>
                  <a:close/>
                  <a:moveTo>
                    <a:pt x="216167" y="3280"/>
                  </a:moveTo>
                  <a:lnTo>
                    <a:pt x="216452" y="3423"/>
                  </a:lnTo>
                  <a:lnTo>
                    <a:pt x="216024" y="3423"/>
                  </a:lnTo>
                  <a:lnTo>
                    <a:pt x="216167" y="3280"/>
                  </a:lnTo>
                  <a:close/>
                  <a:moveTo>
                    <a:pt x="217450" y="3280"/>
                  </a:moveTo>
                  <a:lnTo>
                    <a:pt x="217878" y="3423"/>
                  </a:lnTo>
                  <a:lnTo>
                    <a:pt x="217450" y="3423"/>
                  </a:lnTo>
                  <a:lnTo>
                    <a:pt x="217450" y="3280"/>
                  </a:lnTo>
                  <a:close/>
                  <a:moveTo>
                    <a:pt x="221300" y="3280"/>
                  </a:moveTo>
                  <a:lnTo>
                    <a:pt x="221870" y="3423"/>
                  </a:lnTo>
                  <a:lnTo>
                    <a:pt x="220587" y="3423"/>
                  </a:lnTo>
                  <a:lnTo>
                    <a:pt x="220159" y="3280"/>
                  </a:lnTo>
                  <a:close/>
                  <a:moveTo>
                    <a:pt x="224865" y="3280"/>
                  </a:moveTo>
                  <a:lnTo>
                    <a:pt x="225007" y="3423"/>
                  </a:lnTo>
                  <a:lnTo>
                    <a:pt x="224865" y="3423"/>
                  </a:lnTo>
                  <a:lnTo>
                    <a:pt x="224865" y="3280"/>
                  </a:lnTo>
                  <a:close/>
                  <a:moveTo>
                    <a:pt x="231139" y="3138"/>
                  </a:moveTo>
                  <a:lnTo>
                    <a:pt x="231424" y="3423"/>
                  </a:lnTo>
                  <a:lnTo>
                    <a:pt x="231139" y="3423"/>
                  </a:lnTo>
                  <a:lnTo>
                    <a:pt x="230711" y="3138"/>
                  </a:lnTo>
                  <a:close/>
                  <a:moveTo>
                    <a:pt x="238553" y="3280"/>
                  </a:moveTo>
                  <a:lnTo>
                    <a:pt x="238696" y="3423"/>
                  </a:lnTo>
                  <a:lnTo>
                    <a:pt x="238553" y="3423"/>
                  </a:lnTo>
                  <a:lnTo>
                    <a:pt x="238553" y="3280"/>
                  </a:lnTo>
                  <a:close/>
                  <a:moveTo>
                    <a:pt x="99671" y="3423"/>
                  </a:moveTo>
                  <a:lnTo>
                    <a:pt x="99814" y="3566"/>
                  </a:lnTo>
                  <a:lnTo>
                    <a:pt x="99243" y="3566"/>
                  </a:lnTo>
                  <a:lnTo>
                    <a:pt x="99671" y="3423"/>
                  </a:lnTo>
                  <a:close/>
                  <a:moveTo>
                    <a:pt x="100526" y="3423"/>
                  </a:moveTo>
                  <a:lnTo>
                    <a:pt x="100526" y="3566"/>
                  </a:lnTo>
                  <a:lnTo>
                    <a:pt x="100384" y="3423"/>
                  </a:lnTo>
                  <a:close/>
                  <a:moveTo>
                    <a:pt x="120061" y="3423"/>
                  </a:moveTo>
                  <a:lnTo>
                    <a:pt x="120204" y="3566"/>
                  </a:lnTo>
                  <a:lnTo>
                    <a:pt x="120061" y="3566"/>
                  </a:lnTo>
                  <a:lnTo>
                    <a:pt x="120061" y="3423"/>
                  </a:lnTo>
                  <a:close/>
                  <a:moveTo>
                    <a:pt x="195349" y="3423"/>
                  </a:moveTo>
                  <a:lnTo>
                    <a:pt x="195349" y="3566"/>
                  </a:lnTo>
                  <a:lnTo>
                    <a:pt x="195064" y="3566"/>
                  </a:lnTo>
                  <a:lnTo>
                    <a:pt x="194636" y="3423"/>
                  </a:lnTo>
                  <a:close/>
                  <a:moveTo>
                    <a:pt x="198771" y="3423"/>
                  </a:moveTo>
                  <a:lnTo>
                    <a:pt x="198913" y="3566"/>
                  </a:lnTo>
                  <a:lnTo>
                    <a:pt x="198486" y="3566"/>
                  </a:lnTo>
                  <a:lnTo>
                    <a:pt x="198343" y="3423"/>
                  </a:lnTo>
                  <a:close/>
                  <a:moveTo>
                    <a:pt x="199626" y="3138"/>
                  </a:moveTo>
                  <a:lnTo>
                    <a:pt x="199769" y="3280"/>
                  </a:lnTo>
                  <a:lnTo>
                    <a:pt x="199484" y="3280"/>
                  </a:lnTo>
                  <a:lnTo>
                    <a:pt x="199769" y="3423"/>
                  </a:lnTo>
                  <a:lnTo>
                    <a:pt x="199769" y="3566"/>
                  </a:lnTo>
                  <a:lnTo>
                    <a:pt x="199484" y="3423"/>
                  </a:lnTo>
                  <a:lnTo>
                    <a:pt x="199199" y="3280"/>
                  </a:lnTo>
                  <a:lnTo>
                    <a:pt x="199341" y="3138"/>
                  </a:lnTo>
                  <a:close/>
                  <a:moveTo>
                    <a:pt x="202122" y="3459"/>
                  </a:moveTo>
                  <a:lnTo>
                    <a:pt x="201908" y="3566"/>
                  </a:lnTo>
                  <a:lnTo>
                    <a:pt x="202336" y="3566"/>
                  </a:lnTo>
                  <a:lnTo>
                    <a:pt x="202250" y="3480"/>
                  </a:lnTo>
                  <a:lnTo>
                    <a:pt x="202250" y="3480"/>
                  </a:lnTo>
                  <a:lnTo>
                    <a:pt x="202122" y="3459"/>
                  </a:lnTo>
                  <a:close/>
                  <a:moveTo>
                    <a:pt x="211461" y="3280"/>
                  </a:moveTo>
                  <a:lnTo>
                    <a:pt x="211604" y="3423"/>
                  </a:lnTo>
                  <a:lnTo>
                    <a:pt x="211461" y="3566"/>
                  </a:lnTo>
                  <a:lnTo>
                    <a:pt x="211034" y="3423"/>
                  </a:lnTo>
                  <a:lnTo>
                    <a:pt x="211319" y="3423"/>
                  </a:lnTo>
                  <a:lnTo>
                    <a:pt x="211461" y="3280"/>
                  </a:lnTo>
                  <a:close/>
                  <a:moveTo>
                    <a:pt x="214456" y="3423"/>
                  </a:moveTo>
                  <a:lnTo>
                    <a:pt x="214456" y="3566"/>
                  </a:lnTo>
                  <a:lnTo>
                    <a:pt x="214171" y="3566"/>
                  </a:lnTo>
                  <a:lnTo>
                    <a:pt x="214456" y="3423"/>
                  </a:lnTo>
                  <a:close/>
                  <a:moveTo>
                    <a:pt x="215026" y="3566"/>
                  </a:moveTo>
                  <a:lnTo>
                    <a:pt x="215454" y="3708"/>
                  </a:lnTo>
                  <a:lnTo>
                    <a:pt x="215454" y="3708"/>
                  </a:lnTo>
                  <a:lnTo>
                    <a:pt x="214884" y="3566"/>
                  </a:lnTo>
                  <a:close/>
                  <a:moveTo>
                    <a:pt x="113217" y="3566"/>
                  </a:moveTo>
                  <a:lnTo>
                    <a:pt x="113074" y="3708"/>
                  </a:lnTo>
                  <a:lnTo>
                    <a:pt x="113074" y="3566"/>
                  </a:lnTo>
                  <a:close/>
                  <a:moveTo>
                    <a:pt x="114500" y="3423"/>
                  </a:moveTo>
                  <a:lnTo>
                    <a:pt x="114358" y="3566"/>
                  </a:lnTo>
                  <a:lnTo>
                    <a:pt x="113930" y="3708"/>
                  </a:lnTo>
                  <a:lnTo>
                    <a:pt x="113645" y="3708"/>
                  </a:lnTo>
                  <a:lnTo>
                    <a:pt x="113360" y="3566"/>
                  </a:lnTo>
                  <a:lnTo>
                    <a:pt x="114215" y="3566"/>
                  </a:lnTo>
                  <a:lnTo>
                    <a:pt x="113930" y="3423"/>
                  </a:lnTo>
                  <a:close/>
                  <a:moveTo>
                    <a:pt x="191356" y="3566"/>
                  </a:moveTo>
                  <a:lnTo>
                    <a:pt x="190786" y="3708"/>
                  </a:lnTo>
                  <a:lnTo>
                    <a:pt x="190786" y="3566"/>
                  </a:lnTo>
                  <a:close/>
                  <a:moveTo>
                    <a:pt x="198058" y="3566"/>
                  </a:moveTo>
                  <a:lnTo>
                    <a:pt x="198486" y="3708"/>
                  </a:lnTo>
                  <a:lnTo>
                    <a:pt x="198058" y="3708"/>
                  </a:lnTo>
                  <a:lnTo>
                    <a:pt x="198058" y="3566"/>
                  </a:lnTo>
                  <a:close/>
                  <a:moveTo>
                    <a:pt x="232422" y="3280"/>
                  </a:moveTo>
                  <a:lnTo>
                    <a:pt x="232850" y="3423"/>
                  </a:lnTo>
                  <a:lnTo>
                    <a:pt x="232707" y="3423"/>
                  </a:lnTo>
                  <a:lnTo>
                    <a:pt x="232279" y="3566"/>
                  </a:lnTo>
                  <a:lnTo>
                    <a:pt x="232422" y="3566"/>
                  </a:lnTo>
                  <a:lnTo>
                    <a:pt x="231852" y="3708"/>
                  </a:lnTo>
                  <a:lnTo>
                    <a:pt x="231994" y="3566"/>
                  </a:lnTo>
                  <a:lnTo>
                    <a:pt x="232279" y="3566"/>
                  </a:lnTo>
                  <a:lnTo>
                    <a:pt x="231852" y="3423"/>
                  </a:lnTo>
                  <a:lnTo>
                    <a:pt x="231994" y="3423"/>
                  </a:lnTo>
                  <a:lnTo>
                    <a:pt x="231852" y="3280"/>
                  </a:lnTo>
                  <a:close/>
                  <a:moveTo>
                    <a:pt x="84699" y="3708"/>
                  </a:moveTo>
                  <a:lnTo>
                    <a:pt x="84129" y="3803"/>
                  </a:lnTo>
                  <a:lnTo>
                    <a:pt x="84129" y="3803"/>
                  </a:lnTo>
                  <a:lnTo>
                    <a:pt x="84699" y="3727"/>
                  </a:lnTo>
                  <a:lnTo>
                    <a:pt x="84699" y="3727"/>
                  </a:lnTo>
                  <a:lnTo>
                    <a:pt x="84699" y="3708"/>
                  </a:lnTo>
                  <a:close/>
                  <a:moveTo>
                    <a:pt x="106000" y="3642"/>
                  </a:moveTo>
                  <a:lnTo>
                    <a:pt x="104947" y="3708"/>
                  </a:lnTo>
                  <a:lnTo>
                    <a:pt x="105144" y="3840"/>
                  </a:lnTo>
                  <a:lnTo>
                    <a:pt x="105144" y="3840"/>
                  </a:lnTo>
                  <a:lnTo>
                    <a:pt x="105802" y="3708"/>
                  </a:lnTo>
                  <a:lnTo>
                    <a:pt x="106000" y="3642"/>
                  </a:lnTo>
                  <a:close/>
                  <a:moveTo>
                    <a:pt x="84129" y="3803"/>
                  </a:moveTo>
                  <a:lnTo>
                    <a:pt x="83772" y="3851"/>
                  </a:lnTo>
                  <a:lnTo>
                    <a:pt x="83843" y="3851"/>
                  </a:lnTo>
                  <a:lnTo>
                    <a:pt x="84129" y="3803"/>
                  </a:lnTo>
                  <a:close/>
                  <a:moveTo>
                    <a:pt x="92114" y="3708"/>
                  </a:moveTo>
                  <a:lnTo>
                    <a:pt x="91828" y="3851"/>
                  </a:lnTo>
                  <a:lnTo>
                    <a:pt x="91401" y="3851"/>
                  </a:lnTo>
                  <a:lnTo>
                    <a:pt x="91828" y="3708"/>
                  </a:lnTo>
                  <a:close/>
                  <a:moveTo>
                    <a:pt x="191071" y="3708"/>
                  </a:moveTo>
                  <a:lnTo>
                    <a:pt x="191214" y="3851"/>
                  </a:lnTo>
                  <a:lnTo>
                    <a:pt x="191071" y="3851"/>
                  </a:lnTo>
                  <a:lnTo>
                    <a:pt x="190928" y="3708"/>
                  </a:lnTo>
                  <a:close/>
                  <a:moveTo>
                    <a:pt x="205187" y="3708"/>
                  </a:moveTo>
                  <a:lnTo>
                    <a:pt x="205187" y="3851"/>
                  </a:lnTo>
                  <a:lnTo>
                    <a:pt x="204474" y="3851"/>
                  </a:lnTo>
                  <a:lnTo>
                    <a:pt x="205187" y="3708"/>
                  </a:lnTo>
                  <a:close/>
                  <a:moveTo>
                    <a:pt x="219732" y="3280"/>
                  </a:moveTo>
                  <a:lnTo>
                    <a:pt x="219161" y="3423"/>
                  </a:lnTo>
                  <a:lnTo>
                    <a:pt x="220017" y="3423"/>
                  </a:lnTo>
                  <a:lnTo>
                    <a:pt x="220872" y="3566"/>
                  </a:lnTo>
                  <a:lnTo>
                    <a:pt x="221157" y="3566"/>
                  </a:lnTo>
                  <a:lnTo>
                    <a:pt x="221015" y="3708"/>
                  </a:lnTo>
                  <a:lnTo>
                    <a:pt x="220872" y="3851"/>
                  </a:lnTo>
                  <a:lnTo>
                    <a:pt x="220159" y="3851"/>
                  </a:lnTo>
                  <a:lnTo>
                    <a:pt x="218733" y="3708"/>
                  </a:lnTo>
                  <a:lnTo>
                    <a:pt x="218163" y="3566"/>
                  </a:lnTo>
                  <a:lnTo>
                    <a:pt x="218020" y="3423"/>
                  </a:lnTo>
                  <a:lnTo>
                    <a:pt x="218591" y="3423"/>
                  </a:lnTo>
                  <a:lnTo>
                    <a:pt x="219732" y="3280"/>
                  </a:lnTo>
                  <a:close/>
                  <a:moveTo>
                    <a:pt x="239266" y="3708"/>
                  </a:moveTo>
                  <a:lnTo>
                    <a:pt x="239837" y="3851"/>
                  </a:lnTo>
                  <a:lnTo>
                    <a:pt x="239552" y="3851"/>
                  </a:lnTo>
                  <a:lnTo>
                    <a:pt x="239266" y="3708"/>
                  </a:lnTo>
                  <a:close/>
                  <a:moveTo>
                    <a:pt x="83701" y="3851"/>
                  </a:moveTo>
                  <a:lnTo>
                    <a:pt x="83675" y="3864"/>
                  </a:lnTo>
                  <a:lnTo>
                    <a:pt x="83675" y="3864"/>
                  </a:lnTo>
                  <a:lnTo>
                    <a:pt x="83772" y="3851"/>
                  </a:lnTo>
                  <a:close/>
                  <a:moveTo>
                    <a:pt x="109367" y="3851"/>
                  </a:moveTo>
                  <a:lnTo>
                    <a:pt x="109082" y="3993"/>
                  </a:lnTo>
                  <a:lnTo>
                    <a:pt x="109082" y="3851"/>
                  </a:lnTo>
                  <a:close/>
                  <a:moveTo>
                    <a:pt x="199341" y="3851"/>
                  </a:moveTo>
                  <a:lnTo>
                    <a:pt x="199626" y="3993"/>
                  </a:lnTo>
                  <a:lnTo>
                    <a:pt x="199341" y="3993"/>
                  </a:lnTo>
                  <a:lnTo>
                    <a:pt x="199199" y="3851"/>
                  </a:lnTo>
                  <a:close/>
                  <a:moveTo>
                    <a:pt x="201337" y="3280"/>
                  </a:moveTo>
                  <a:lnTo>
                    <a:pt x="201908" y="3423"/>
                  </a:lnTo>
                  <a:lnTo>
                    <a:pt x="202122" y="3459"/>
                  </a:lnTo>
                  <a:lnTo>
                    <a:pt x="202122" y="3459"/>
                  </a:lnTo>
                  <a:lnTo>
                    <a:pt x="202193" y="3423"/>
                  </a:lnTo>
                  <a:lnTo>
                    <a:pt x="202250" y="3480"/>
                  </a:lnTo>
                  <a:lnTo>
                    <a:pt x="202250" y="3480"/>
                  </a:lnTo>
                  <a:lnTo>
                    <a:pt x="202763" y="3566"/>
                  </a:lnTo>
                  <a:lnTo>
                    <a:pt x="202906" y="3566"/>
                  </a:lnTo>
                  <a:lnTo>
                    <a:pt x="202621" y="3423"/>
                  </a:lnTo>
                  <a:lnTo>
                    <a:pt x="202763" y="3423"/>
                  </a:lnTo>
                  <a:lnTo>
                    <a:pt x="202906" y="3566"/>
                  </a:lnTo>
                  <a:lnTo>
                    <a:pt x="204617" y="3566"/>
                  </a:lnTo>
                  <a:lnTo>
                    <a:pt x="203762" y="3708"/>
                  </a:lnTo>
                  <a:lnTo>
                    <a:pt x="202193" y="3851"/>
                  </a:lnTo>
                  <a:lnTo>
                    <a:pt x="201480" y="3993"/>
                  </a:lnTo>
                  <a:lnTo>
                    <a:pt x="200910" y="3993"/>
                  </a:lnTo>
                  <a:lnTo>
                    <a:pt x="200482" y="3708"/>
                  </a:lnTo>
                  <a:lnTo>
                    <a:pt x="200054" y="3423"/>
                  </a:lnTo>
                  <a:lnTo>
                    <a:pt x="201337" y="3280"/>
                  </a:lnTo>
                  <a:close/>
                  <a:moveTo>
                    <a:pt x="210321" y="3851"/>
                  </a:moveTo>
                  <a:lnTo>
                    <a:pt x="210463" y="3993"/>
                  </a:lnTo>
                  <a:lnTo>
                    <a:pt x="210035" y="3993"/>
                  </a:lnTo>
                  <a:lnTo>
                    <a:pt x="210178" y="3851"/>
                  </a:lnTo>
                  <a:close/>
                  <a:moveTo>
                    <a:pt x="231567" y="3851"/>
                  </a:moveTo>
                  <a:lnTo>
                    <a:pt x="231281" y="3993"/>
                  </a:lnTo>
                  <a:lnTo>
                    <a:pt x="230996" y="3851"/>
                  </a:lnTo>
                  <a:close/>
                  <a:moveTo>
                    <a:pt x="90032" y="3879"/>
                  </a:moveTo>
                  <a:lnTo>
                    <a:pt x="90260" y="3993"/>
                  </a:lnTo>
                  <a:lnTo>
                    <a:pt x="89690" y="4136"/>
                  </a:lnTo>
                  <a:lnTo>
                    <a:pt x="89547" y="3993"/>
                  </a:lnTo>
                  <a:lnTo>
                    <a:pt x="89690" y="3993"/>
                  </a:lnTo>
                  <a:lnTo>
                    <a:pt x="90032" y="3879"/>
                  </a:lnTo>
                  <a:close/>
                  <a:moveTo>
                    <a:pt x="198913" y="3993"/>
                  </a:moveTo>
                  <a:lnTo>
                    <a:pt x="199626" y="4136"/>
                  </a:lnTo>
                  <a:lnTo>
                    <a:pt x="199484" y="4136"/>
                  </a:lnTo>
                  <a:lnTo>
                    <a:pt x="198913" y="3993"/>
                  </a:lnTo>
                  <a:close/>
                  <a:moveTo>
                    <a:pt x="208324" y="3993"/>
                  </a:moveTo>
                  <a:lnTo>
                    <a:pt x="208182" y="4136"/>
                  </a:lnTo>
                  <a:lnTo>
                    <a:pt x="208039" y="3993"/>
                  </a:lnTo>
                  <a:close/>
                  <a:moveTo>
                    <a:pt x="219732" y="3993"/>
                  </a:moveTo>
                  <a:lnTo>
                    <a:pt x="220017" y="4136"/>
                  </a:lnTo>
                  <a:lnTo>
                    <a:pt x="219446" y="3993"/>
                  </a:lnTo>
                  <a:close/>
                  <a:moveTo>
                    <a:pt x="229428" y="3993"/>
                  </a:moveTo>
                  <a:lnTo>
                    <a:pt x="229570" y="4136"/>
                  </a:lnTo>
                  <a:lnTo>
                    <a:pt x="229285" y="4136"/>
                  </a:lnTo>
                  <a:lnTo>
                    <a:pt x="229285" y="3993"/>
                  </a:lnTo>
                  <a:close/>
                  <a:moveTo>
                    <a:pt x="242118" y="3993"/>
                  </a:moveTo>
                  <a:lnTo>
                    <a:pt x="242118" y="4136"/>
                  </a:lnTo>
                  <a:lnTo>
                    <a:pt x="241976" y="4136"/>
                  </a:lnTo>
                  <a:lnTo>
                    <a:pt x="241833" y="3993"/>
                  </a:lnTo>
                  <a:close/>
                  <a:moveTo>
                    <a:pt x="91258" y="4136"/>
                  </a:moveTo>
                  <a:lnTo>
                    <a:pt x="91401" y="4278"/>
                  </a:lnTo>
                  <a:lnTo>
                    <a:pt x="91258" y="4278"/>
                  </a:lnTo>
                  <a:lnTo>
                    <a:pt x="91258" y="4136"/>
                  </a:lnTo>
                  <a:close/>
                  <a:moveTo>
                    <a:pt x="98815" y="3566"/>
                  </a:moveTo>
                  <a:lnTo>
                    <a:pt x="99101" y="3708"/>
                  </a:lnTo>
                  <a:lnTo>
                    <a:pt x="99101" y="3851"/>
                  </a:lnTo>
                  <a:lnTo>
                    <a:pt x="98958" y="3851"/>
                  </a:lnTo>
                  <a:lnTo>
                    <a:pt x="97247" y="4136"/>
                  </a:lnTo>
                  <a:lnTo>
                    <a:pt x="95536" y="4278"/>
                  </a:lnTo>
                  <a:lnTo>
                    <a:pt x="95251" y="4278"/>
                  </a:lnTo>
                  <a:lnTo>
                    <a:pt x="95536" y="4136"/>
                  </a:lnTo>
                  <a:lnTo>
                    <a:pt x="95821" y="4136"/>
                  </a:lnTo>
                  <a:lnTo>
                    <a:pt x="96391" y="3993"/>
                  </a:lnTo>
                  <a:lnTo>
                    <a:pt x="97675" y="3708"/>
                  </a:lnTo>
                  <a:lnTo>
                    <a:pt x="98815" y="3566"/>
                  </a:lnTo>
                  <a:close/>
                  <a:moveTo>
                    <a:pt x="200339" y="4136"/>
                  </a:moveTo>
                  <a:lnTo>
                    <a:pt x="200625" y="4278"/>
                  </a:lnTo>
                  <a:lnTo>
                    <a:pt x="200197" y="4278"/>
                  </a:lnTo>
                  <a:lnTo>
                    <a:pt x="200339" y="4136"/>
                  </a:lnTo>
                  <a:close/>
                  <a:moveTo>
                    <a:pt x="201337" y="4136"/>
                  </a:moveTo>
                  <a:lnTo>
                    <a:pt x="201195" y="4278"/>
                  </a:lnTo>
                  <a:lnTo>
                    <a:pt x="200910" y="4278"/>
                  </a:lnTo>
                  <a:lnTo>
                    <a:pt x="200767" y="4136"/>
                  </a:lnTo>
                  <a:close/>
                  <a:moveTo>
                    <a:pt x="205187" y="3993"/>
                  </a:moveTo>
                  <a:lnTo>
                    <a:pt x="205330" y="4136"/>
                  </a:lnTo>
                  <a:lnTo>
                    <a:pt x="206043" y="4278"/>
                  </a:lnTo>
                  <a:lnTo>
                    <a:pt x="205045" y="4278"/>
                  </a:lnTo>
                  <a:lnTo>
                    <a:pt x="204047" y="4136"/>
                  </a:lnTo>
                  <a:lnTo>
                    <a:pt x="203904" y="4136"/>
                  </a:lnTo>
                  <a:lnTo>
                    <a:pt x="204474" y="3993"/>
                  </a:lnTo>
                  <a:close/>
                  <a:moveTo>
                    <a:pt x="206613" y="4136"/>
                  </a:moveTo>
                  <a:lnTo>
                    <a:pt x="206898" y="4278"/>
                  </a:lnTo>
                  <a:lnTo>
                    <a:pt x="206471" y="4278"/>
                  </a:lnTo>
                  <a:lnTo>
                    <a:pt x="206328" y="4136"/>
                  </a:lnTo>
                  <a:close/>
                  <a:moveTo>
                    <a:pt x="210891" y="4136"/>
                  </a:moveTo>
                  <a:lnTo>
                    <a:pt x="210606" y="4278"/>
                  </a:lnTo>
                  <a:lnTo>
                    <a:pt x="210321" y="4136"/>
                  </a:lnTo>
                  <a:close/>
                  <a:moveTo>
                    <a:pt x="211604" y="4136"/>
                  </a:moveTo>
                  <a:lnTo>
                    <a:pt x="211461" y="4278"/>
                  </a:lnTo>
                  <a:lnTo>
                    <a:pt x="211319" y="4136"/>
                  </a:lnTo>
                  <a:close/>
                  <a:moveTo>
                    <a:pt x="212032" y="4136"/>
                  </a:moveTo>
                  <a:lnTo>
                    <a:pt x="212459" y="4278"/>
                  </a:lnTo>
                  <a:lnTo>
                    <a:pt x="212174" y="4278"/>
                  </a:lnTo>
                  <a:lnTo>
                    <a:pt x="212032" y="4136"/>
                  </a:lnTo>
                  <a:close/>
                  <a:moveTo>
                    <a:pt x="221870" y="4136"/>
                  </a:moveTo>
                  <a:lnTo>
                    <a:pt x="222013" y="4278"/>
                  </a:lnTo>
                  <a:lnTo>
                    <a:pt x="221728" y="4278"/>
                  </a:lnTo>
                  <a:lnTo>
                    <a:pt x="221728" y="4136"/>
                  </a:lnTo>
                  <a:close/>
                  <a:moveTo>
                    <a:pt x="225863" y="4136"/>
                  </a:moveTo>
                  <a:lnTo>
                    <a:pt x="226006" y="4278"/>
                  </a:lnTo>
                  <a:lnTo>
                    <a:pt x="225863" y="4278"/>
                  </a:lnTo>
                  <a:lnTo>
                    <a:pt x="225863" y="4136"/>
                  </a:lnTo>
                  <a:close/>
                  <a:moveTo>
                    <a:pt x="231709" y="4136"/>
                  </a:moveTo>
                  <a:lnTo>
                    <a:pt x="231567" y="4278"/>
                  </a:lnTo>
                  <a:lnTo>
                    <a:pt x="231424" y="4136"/>
                  </a:lnTo>
                  <a:close/>
                  <a:moveTo>
                    <a:pt x="243544" y="3993"/>
                  </a:moveTo>
                  <a:lnTo>
                    <a:pt x="244400" y="4278"/>
                  </a:lnTo>
                  <a:lnTo>
                    <a:pt x="243829" y="4278"/>
                  </a:lnTo>
                  <a:lnTo>
                    <a:pt x="243544" y="4136"/>
                  </a:lnTo>
                  <a:lnTo>
                    <a:pt x="242974" y="4136"/>
                  </a:lnTo>
                  <a:lnTo>
                    <a:pt x="243116" y="3993"/>
                  </a:lnTo>
                  <a:close/>
                  <a:moveTo>
                    <a:pt x="243401" y="4278"/>
                  </a:moveTo>
                  <a:lnTo>
                    <a:pt x="243401" y="4278"/>
                  </a:lnTo>
                  <a:lnTo>
                    <a:pt x="243401" y="4278"/>
                  </a:lnTo>
                  <a:close/>
                  <a:moveTo>
                    <a:pt x="202050" y="4278"/>
                  </a:moveTo>
                  <a:lnTo>
                    <a:pt x="201908" y="4421"/>
                  </a:lnTo>
                  <a:lnTo>
                    <a:pt x="201480" y="4278"/>
                  </a:lnTo>
                  <a:close/>
                  <a:moveTo>
                    <a:pt x="206328" y="4278"/>
                  </a:moveTo>
                  <a:lnTo>
                    <a:pt x="207041" y="4421"/>
                  </a:lnTo>
                  <a:lnTo>
                    <a:pt x="206756" y="4421"/>
                  </a:lnTo>
                  <a:lnTo>
                    <a:pt x="206328" y="4278"/>
                  </a:lnTo>
                  <a:close/>
                  <a:moveTo>
                    <a:pt x="215026" y="4278"/>
                  </a:moveTo>
                  <a:lnTo>
                    <a:pt x="214456" y="4421"/>
                  </a:lnTo>
                  <a:lnTo>
                    <a:pt x="214456" y="4278"/>
                  </a:lnTo>
                  <a:close/>
                  <a:moveTo>
                    <a:pt x="219304" y="4136"/>
                  </a:moveTo>
                  <a:lnTo>
                    <a:pt x="218876" y="4278"/>
                  </a:lnTo>
                  <a:lnTo>
                    <a:pt x="219019" y="4278"/>
                  </a:lnTo>
                  <a:lnTo>
                    <a:pt x="218876" y="4421"/>
                  </a:lnTo>
                  <a:lnTo>
                    <a:pt x="218591" y="4278"/>
                  </a:lnTo>
                  <a:lnTo>
                    <a:pt x="218876" y="4278"/>
                  </a:lnTo>
                  <a:lnTo>
                    <a:pt x="218591" y="4136"/>
                  </a:lnTo>
                  <a:close/>
                  <a:moveTo>
                    <a:pt x="235987" y="4278"/>
                  </a:moveTo>
                  <a:lnTo>
                    <a:pt x="235844" y="4421"/>
                  </a:lnTo>
                  <a:lnTo>
                    <a:pt x="235416" y="4421"/>
                  </a:lnTo>
                  <a:lnTo>
                    <a:pt x="235131" y="4278"/>
                  </a:lnTo>
                  <a:close/>
                  <a:moveTo>
                    <a:pt x="241120" y="4136"/>
                  </a:moveTo>
                  <a:lnTo>
                    <a:pt x="241690" y="4278"/>
                  </a:lnTo>
                  <a:lnTo>
                    <a:pt x="242546" y="4278"/>
                  </a:lnTo>
                  <a:lnTo>
                    <a:pt x="242689" y="4421"/>
                  </a:lnTo>
                  <a:lnTo>
                    <a:pt x="241405" y="4421"/>
                  </a:lnTo>
                  <a:lnTo>
                    <a:pt x="241120" y="4136"/>
                  </a:lnTo>
                  <a:close/>
                  <a:moveTo>
                    <a:pt x="243401" y="4278"/>
                  </a:moveTo>
                  <a:lnTo>
                    <a:pt x="243687" y="4421"/>
                  </a:lnTo>
                  <a:lnTo>
                    <a:pt x="243829" y="4421"/>
                  </a:lnTo>
                  <a:lnTo>
                    <a:pt x="243401" y="4278"/>
                  </a:lnTo>
                  <a:close/>
                  <a:moveTo>
                    <a:pt x="196775" y="4421"/>
                  </a:moveTo>
                  <a:lnTo>
                    <a:pt x="196917" y="4564"/>
                  </a:lnTo>
                  <a:lnTo>
                    <a:pt x="196489" y="4564"/>
                  </a:lnTo>
                  <a:lnTo>
                    <a:pt x="196775" y="4421"/>
                  </a:lnTo>
                  <a:close/>
                  <a:moveTo>
                    <a:pt x="210606" y="4421"/>
                  </a:moveTo>
                  <a:lnTo>
                    <a:pt x="210178" y="4564"/>
                  </a:lnTo>
                  <a:lnTo>
                    <a:pt x="210178" y="4421"/>
                  </a:lnTo>
                  <a:close/>
                  <a:moveTo>
                    <a:pt x="216452" y="4421"/>
                  </a:moveTo>
                  <a:lnTo>
                    <a:pt x="216024" y="4564"/>
                  </a:lnTo>
                  <a:lnTo>
                    <a:pt x="215311" y="4421"/>
                  </a:lnTo>
                  <a:close/>
                  <a:moveTo>
                    <a:pt x="83416" y="4421"/>
                  </a:moveTo>
                  <a:lnTo>
                    <a:pt x="82845" y="4564"/>
                  </a:lnTo>
                  <a:lnTo>
                    <a:pt x="81990" y="4706"/>
                  </a:lnTo>
                  <a:lnTo>
                    <a:pt x="81134" y="4706"/>
                  </a:lnTo>
                  <a:lnTo>
                    <a:pt x="81134" y="4564"/>
                  </a:lnTo>
                  <a:lnTo>
                    <a:pt x="81990" y="4421"/>
                  </a:lnTo>
                  <a:lnTo>
                    <a:pt x="81705" y="4564"/>
                  </a:lnTo>
                  <a:lnTo>
                    <a:pt x="82703" y="4421"/>
                  </a:lnTo>
                  <a:close/>
                  <a:moveTo>
                    <a:pt x="202193" y="4564"/>
                  </a:moveTo>
                  <a:lnTo>
                    <a:pt x="202050" y="4706"/>
                  </a:lnTo>
                  <a:lnTo>
                    <a:pt x="201765" y="4706"/>
                  </a:lnTo>
                  <a:lnTo>
                    <a:pt x="201337" y="4564"/>
                  </a:lnTo>
                  <a:close/>
                  <a:moveTo>
                    <a:pt x="208752" y="4278"/>
                  </a:moveTo>
                  <a:lnTo>
                    <a:pt x="208895" y="4421"/>
                  </a:lnTo>
                  <a:lnTo>
                    <a:pt x="209750" y="4421"/>
                  </a:lnTo>
                  <a:lnTo>
                    <a:pt x="209750" y="4564"/>
                  </a:lnTo>
                  <a:lnTo>
                    <a:pt x="209323" y="4706"/>
                  </a:lnTo>
                  <a:lnTo>
                    <a:pt x="208752" y="4706"/>
                  </a:lnTo>
                  <a:lnTo>
                    <a:pt x="208752" y="4564"/>
                  </a:lnTo>
                  <a:lnTo>
                    <a:pt x="208324" y="4564"/>
                  </a:lnTo>
                  <a:lnTo>
                    <a:pt x="208324" y="4421"/>
                  </a:lnTo>
                  <a:lnTo>
                    <a:pt x="208467" y="4421"/>
                  </a:lnTo>
                  <a:lnTo>
                    <a:pt x="208324" y="4278"/>
                  </a:lnTo>
                  <a:close/>
                  <a:moveTo>
                    <a:pt x="217450" y="4564"/>
                  </a:moveTo>
                  <a:lnTo>
                    <a:pt x="217450" y="4706"/>
                  </a:lnTo>
                  <a:lnTo>
                    <a:pt x="217022" y="4706"/>
                  </a:lnTo>
                  <a:lnTo>
                    <a:pt x="217308" y="4564"/>
                  </a:lnTo>
                  <a:close/>
                  <a:moveTo>
                    <a:pt x="233563" y="4421"/>
                  </a:moveTo>
                  <a:lnTo>
                    <a:pt x="233991" y="4564"/>
                  </a:lnTo>
                  <a:lnTo>
                    <a:pt x="233848" y="4706"/>
                  </a:lnTo>
                  <a:lnTo>
                    <a:pt x="233563" y="4706"/>
                  </a:lnTo>
                  <a:lnTo>
                    <a:pt x="233420" y="4564"/>
                  </a:lnTo>
                  <a:lnTo>
                    <a:pt x="233563" y="4421"/>
                  </a:lnTo>
                  <a:close/>
                  <a:moveTo>
                    <a:pt x="83843" y="4706"/>
                  </a:moveTo>
                  <a:lnTo>
                    <a:pt x="83558" y="4849"/>
                  </a:lnTo>
                  <a:lnTo>
                    <a:pt x="83416" y="4706"/>
                  </a:lnTo>
                  <a:close/>
                  <a:moveTo>
                    <a:pt x="202906" y="3993"/>
                  </a:moveTo>
                  <a:lnTo>
                    <a:pt x="203191" y="4136"/>
                  </a:lnTo>
                  <a:lnTo>
                    <a:pt x="203762" y="4136"/>
                  </a:lnTo>
                  <a:lnTo>
                    <a:pt x="203762" y="4278"/>
                  </a:lnTo>
                  <a:lnTo>
                    <a:pt x="203904" y="4564"/>
                  </a:lnTo>
                  <a:lnTo>
                    <a:pt x="204189" y="4564"/>
                  </a:lnTo>
                  <a:lnTo>
                    <a:pt x="204332" y="4421"/>
                  </a:lnTo>
                  <a:lnTo>
                    <a:pt x="204760" y="4421"/>
                  </a:lnTo>
                  <a:lnTo>
                    <a:pt x="204617" y="4564"/>
                  </a:lnTo>
                  <a:lnTo>
                    <a:pt x="204189" y="4706"/>
                  </a:lnTo>
                  <a:lnTo>
                    <a:pt x="203334" y="4849"/>
                  </a:lnTo>
                  <a:lnTo>
                    <a:pt x="202906" y="4849"/>
                  </a:lnTo>
                  <a:lnTo>
                    <a:pt x="203334" y="4706"/>
                  </a:lnTo>
                  <a:lnTo>
                    <a:pt x="203049" y="4564"/>
                  </a:lnTo>
                  <a:lnTo>
                    <a:pt x="202336" y="4421"/>
                  </a:lnTo>
                  <a:lnTo>
                    <a:pt x="202906" y="4278"/>
                  </a:lnTo>
                  <a:lnTo>
                    <a:pt x="202478" y="4136"/>
                  </a:lnTo>
                  <a:lnTo>
                    <a:pt x="202193" y="4136"/>
                  </a:lnTo>
                  <a:lnTo>
                    <a:pt x="202478" y="3993"/>
                  </a:lnTo>
                  <a:close/>
                  <a:moveTo>
                    <a:pt x="204760" y="4706"/>
                  </a:moveTo>
                  <a:lnTo>
                    <a:pt x="204760" y="4849"/>
                  </a:lnTo>
                  <a:lnTo>
                    <a:pt x="204474" y="4706"/>
                  </a:lnTo>
                  <a:close/>
                  <a:moveTo>
                    <a:pt x="205473" y="4706"/>
                  </a:moveTo>
                  <a:lnTo>
                    <a:pt x="205187" y="4849"/>
                  </a:lnTo>
                  <a:lnTo>
                    <a:pt x="205187" y="4706"/>
                  </a:lnTo>
                  <a:close/>
                  <a:moveTo>
                    <a:pt x="220017" y="4706"/>
                  </a:moveTo>
                  <a:lnTo>
                    <a:pt x="219874" y="4849"/>
                  </a:lnTo>
                  <a:lnTo>
                    <a:pt x="219732" y="4706"/>
                  </a:lnTo>
                  <a:close/>
                  <a:moveTo>
                    <a:pt x="229855" y="4706"/>
                  </a:moveTo>
                  <a:lnTo>
                    <a:pt x="229998" y="4849"/>
                  </a:lnTo>
                  <a:lnTo>
                    <a:pt x="229855" y="4849"/>
                  </a:lnTo>
                  <a:lnTo>
                    <a:pt x="229855" y="4706"/>
                  </a:lnTo>
                  <a:close/>
                  <a:moveTo>
                    <a:pt x="230568" y="4421"/>
                  </a:moveTo>
                  <a:lnTo>
                    <a:pt x="231139" y="4564"/>
                  </a:lnTo>
                  <a:lnTo>
                    <a:pt x="231424" y="4706"/>
                  </a:lnTo>
                  <a:lnTo>
                    <a:pt x="231424" y="4706"/>
                  </a:lnTo>
                  <a:lnTo>
                    <a:pt x="230568" y="4564"/>
                  </a:lnTo>
                  <a:lnTo>
                    <a:pt x="230711" y="4706"/>
                  </a:lnTo>
                  <a:lnTo>
                    <a:pt x="230426" y="4706"/>
                  </a:lnTo>
                  <a:lnTo>
                    <a:pt x="230996" y="4849"/>
                  </a:lnTo>
                  <a:lnTo>
                    <a:pt x="230141" y="4849"/>
                  </a:lnTo>
                  <a:lnTo>
                    <a:pt x="230426" y="4706"/>
                  </a:lnTo>
                  <a:lnTo>
                    <a:pt x="229998" y="4706"/>
                  </a:lnTo>
                  <a:lnTo>
                    <a:pt x="229855" y="4564"/>
                  </a:lnTo>
                  <a:lnTo>
                    <a:pt x="230568" y="4421"/>
                  </a:lnTo>
                  <a:close/>
                  <a:moveTo>
                    <a:pt x="234418" y="4706"/>
                  </a:moveTo>
                  <a:lnTo>
                    <a:pt x="234418" y="4849"/>
                  </a:lnTo>
                  <a:lnTo>
                    <a:pt x="234276" y="4706"/>
                  </a:lnTo>
                  <a:close/>
                  <a:moveTo>
                    <a:pt x="74575" y="4849"/>
                  </a:moveTo>
                  <a:lnTo>
                    <a:pt x="74718" y="4991"/>
                  </a:lnTo>
                  <a:lnTo>
                    <a:pt x="74575" y="4991"/>
                  </a:lnTo>
                  <a:lnTo>
                    <a:pt x="74575" y="4849"/>
                  </a:lnTo>
                  <a:close/>
                  <a:moveTo>
                    <a:pt x="80706" y="4849"/>
                  </a:moveTo>
                  <a:lnTo>
                    <a:pt x="80849" y="4991"/>
                  </a:lnTo>
                  <a:lnTo>
                    <a:pt x="78853" y="4991"/>
                  </a:lnTo>
                  <a:lnTo>
                    <a:pt x="79851" y="4849"/>
                  </a:lnTo>
                  <a:close/>
                  <a:moveTo>
                    <a:pt x="202050" y="4849"/>
                  </a:moveTo>
                  <a:lnTo>
                    <a:pt x="202050" y="4991"/>
                  </a:lnTo>
                  <a:lnTo>
                    <a:pt x="201908" y="4991"/>
                  </a:lnTo>
                  <a:lnTo>
                    <a:pt x="201765" y="4849"/>
                  </a:lnTo>
                  <a:close/>
                  <a:moveTo>
                    <a:pt x="206186" y="4849"/>
                  </a:moveTo>
                  <a:lnTo>
                    <a:pt x="205900" y="4991"/>
                  </a:lnTo>
                  <a:lnTo>
                    <a:pt x="205758" y="4849"/>
                  </a:lnTo>
                  <a:close/>
                  <a:moveTo>
                    <a:pt x="207184" y="4849"/>
                  </a:moveTo>
                  <a:lnTo>
                    <a:pt x="207184" y="4991"/>
                  </a:lnTo>
                  <a:lnTo>
                    <a:pt x="207041" y="4849"/>
                  </a:lnTo>
                  <a:close/>
                  <a:moveTo>
                    <a:pt x="237128" y="4849"/>
                  </a:moveTo>
                  <a:lnTo>
                    <a:pt x="237128" y="4991"/>
                  </a:lnTo>
                  <a:lnTo>
                    <a:pt x="236129" y="4991"/>
                  </a:lnTo>
                  <a:lnTo>
                    <a:pt x="236129" y="4849"/>
                  </a:lnTo>
                  <a:close/>
                  <a:moveTo>
                    <a:pt x="233848" y="2710"/>
                  </a:moveTo>
                  <a:lnTo>
                    <a:pt x="234703" y="2995"/>
                  </a:lnTo>
                  <a:lnTo>
                    <a:pt x="235844" y="3138"/>
                  </a:lnTo>
                  <a:lnTo>
                    <a:pt x="238268" y="3708"/>
                  </a:lnTo>
                  <a:lnTo>
                    <a:pt x="239266" y="3851"/>
                  </a:lnTo>
                  <a:lnTo>
                    <a:pt x="239837" y="4136"/>
                  </a:lnTo>
                  <a:lnTo>
                    <a:pt x="239979" y="4136"/>
                  </a:lnTo>
                  <a:lnTo>
                    <a:pt x="239837" y="4278"/>
                  </a:lnTo>
                  <a:lnTo>
                    <a:pt x="239266" y="4564"/>
                  </a:lnTo>
                  <a:lnTo>
                    <a:pt x="242261" y="4706"/>
                  </a:lnTo>
                  <a:lnTo>
                    <a:pt x="242403" y="4849"/>
                  </a:lnTo>
                  <a:lnTo>
                    <a:pt x="240835" y="4849"/>
                  </a:lnTo>
                  <a:lnTo>
                    <a:pt x="241405" y="4991"/>
                  </a:lnTo>
                  <a:lnTo>
                    <a:pt x="241120" y="4991"/>
                  </a:lnTo>
                  <a:lnTo>
                    <a:pt x="239409" y="4849"/>
                  </a:lnTo>
                  <a:lnTo>
                    <a:pt x="235844" y="4706"/>
                  </a:lnTo>
                  <a:lnTo>
                    <a:pt x="235844" y="4564"/>
                  </a:lnTo>
                  <a:lnTo>
                    <a:pt x="236415" y="4564"/>
                  </a:lnTo>
                  <a:lnTo>
                    <a:pt x="237698" y="4421"/>
                  </a:lnTo>
                  <a:lnTo>
                    <a:pt x="236700" y="4421"/>
                  </a:lnTo>
                  <a:lnTo>
                    <a:pt x="236272" y="4278"/>
                  </a:lnTo>
                  <a:lnTo>
                    <a:pt x="236129" y="4136"/>
                  </a:lnTo>
                  <a:lnTo>
                    <a:pt x="236700" y="4136"/>
                  </a:lnTo>
                  <a:lnTo>
                    <a:pt x="236272" y="3993"/>
                  </a:lnTo>
                  <a:lnTo>
                    <a:pt x="235559" y="3851"/>
                  </a:lnTo>
                  <a:lnTo>
                    <a:pt x="235131" y="3566"/>
                  </a:lnTo>
                  <a:lnTo>
                    <a:pt x="234703" y="3423"/>
                  </a:lnTo>
                  <a:lnTo>
                    <a:pt x="234133" y="3138"/>
                  </a:lnTo>
                  <a:lnTo>
                    <a:pt x="233848" y="2710"/>
                  </a:lnTo>
                  <a:close/>
                  <a:moveTo>
                    <a:pt x="214598" y="4991"/>
                  </a:moveTo>
                  <a:lnTo>
                    <a:pt x="214171" y="5134"/>
                  </a:lnTo>
                  <a:lnTo>
                    <a:pt x="214313" y="4991"/>
                  </a:lnTo>
                  <a:close/>
                  <a:moveTo>
                    <a:pt x="84271" y="4991"/>
                  </a:moveTo>
                  <a:lnTo>
                    <a:pt x="83843" y="5134"/>
                  </a:lnTo>
                  <a:lnTo>
                    <a:pt x="83558" y="5134"/>
                  </a:lnTo>
                  <a:lnTo>
                    <a:pt x="84271" y="4991"/>
                  </a:lnTo>
                  <a:close/>
                  <a:moveTo>
                    <a:pt x="218876" y="4849"/>
                  </a:moveTo>
                  <a:lnTo>
                    <a:pt x="218733" y="4991"/>
                  </a:lnTo>
                  <a:lnTo>
                    <a:pt x="219304" y="4991"/>
                  </a:lnTo>
                  <a:lnTo>
                    <a:pt x="219019" y="5134"/>
                  </a:lnTo>
                  <a:lnTo>
                    <a:pt x="218733" y="4991"/>
                  </a:lnTo>
                  <a:lnTo>
                    <a:pt x="218448" y="4849"/>
                  </a:lnTo>
                  <a:close/>
                  <a:moveTo>
                    <a:pt x="256948" y="4991"/>
                  </a:moveTo>
                  <a:lnTo>
                    <a:pt x="256805" y="5134"/>
                  </a:lnTo>
                  <a:lnTo>
                    <a:pt x="256377" y="4991"/>
                  </a:lnTo>
                  <a:lnTo>
                    <a:pt x="256662" y="5134"/>
                  </a:lnTo>
                  <a:lnTo>
                    <a:pt x="256377" y="5134"/>
                  </a:lnTo>
                  <a:lnTo>
                    <a:pt x="256092" y="4991"/>
                  </a:lnTo>
                  <a:lnTo>
                    <a:pt x="256377" y="4991"/>
                  </a:lnTo>
                  <a:lnTo>
                    <a:pt x="256377" y="4991"/>
                  </a:lnTo>
                  <a:lnTo>
                    <a:pt x="256377" y="4991"/>
                  </a:lnTo>
                  <a:close/>
                  <a:moveTo>
                    <a:pt x="74433" y="4991"/>
                  </a:moveTo>
                  <a:lnTo>
                    <a:pt x="74718" y="5134"/>
                  </a:lnTo>
                  <a:lnTo>
                    <a:pt x="74575" y="5134"/>
                  </a:lnTo>
                  <a:lnTo>
                    <a:pt x="74290" y="5277"/>
                  </a:lnTo>
                  <a:lnTo>
                    <a:pt x="74290" y="5277"/>
                  </a:lnTo>
                  <a:lnTo>
                    <a:pt x="74433" y="5134"/>
                  </a:lnTo>
                  <a:lnTo>
                    <a:pt x="74433" y="4991"/>
                  </a:lnTo>
                  <a:close/>
                  <a:moveTo>
                    <a:pt x="234989" y="4991"/>
                  </a:moveTo>
                  <a:lnTo>
                    <a:pt x="235702" y="5134"/>
                  </a:lnTo>
                  <a:lnTo>
                    <a:pt x="236129" y="5277"/>
                  </a:lnTo>
                  <a:lnTo>
                    <a:pt x="236129" y="5277"/>
                  </a:lnTo>
                  <a:lnTo>
                    <a:pt x="234561" y="5134"/>
                  </a:lnTo>
                  <a:lnTo>
                    <a:pt x="234561" y="4991"/>
                  </a:lnTo>
                  <a:close/>
                  <a:moveTo>
                    <a:pt x="207754" y="5134"/>
                  </a:moveTo>
                  <a:lnTo>
                    <a:pt x="207897" y="5277"/>
                  </a:lnTo>
                  <a:lnTo>
                    <a:pt x="207469" y="5277"/>
                  </a:lnTo>
                  <a:lnTo>
                    <a:pt x="207611" y="5134"/>
                  </a:lnTo>
                  <a:close/>
                  <a:moveTo>
                    <a:pt x="239979" y="5134"/>
                  </a:moveTo>
                  <a:lnTo>
                    <a:pt x="239979" y="5277"/>
                  </a:lnTo>
                  <a:lnTo>
                    <a:pt x="239837" y="5134"/>
                  </a:lnTo>
                  <a:close/>
                  <a:moveTo>
                    <a:pt x="242831" y="5134"/>
                  </a:moveTo>
                  <a:lnTo>
                    <a:pt x="243116" y="5277"/>
                  </a:lnTo>
                  <a:lnTo>
                    <a:pt x="242689" y="5277"/>
                  </a:lnTo>
                  <a:lnTo>
                    <a:pt x="242831" y="5134"/>
                  </a:lnTo>
                  <a:close/>
                  <a:moveTo>
                    <a:pt x="243687" y="5134"/>
                  </a:moveTo>
                  <a:lnTo>
                    <a:pt x="243544" y="5277"/>
                  </a:lnTo>
                  <a:lnTo>
                    <a:pt x="243401" y="5134"/>
                  </a:lnTo>
                  <a:close/>
                  <a:moveTo>
                    <a:pt x="245540" y="5134"/>
                  </a:moveTo>
                  <a:lnTo>
                    <a:pt x="245398" y="5277"/>
                  </a:lnTo>
                  <a:lnTo>
                    <a:pt x="245113" y="5134"/>
                  </a:lnTo>
                  <a:close/>
                  <a:moveTo>
                    <a:pt x="213172" y="5277"/>
                  </a:moveTo>
                  <a:lnTo>
                    <a:pt x="213458" y="5419"/>
                  </a:lnTo>
                  <a:lnTo>
                    <a:pt x="213458" y="5419"/>
                  </a:lnTo>
                  <a:lnTo>
                    <a:pt x="212887" y="5277"/>
                  </a:lnTo>
                  <a:close/>
                  <a:moveTo>
                    <a:pt x="79851" y="5277"/>
                  </a:moveTo>
                  <a:lnTo>
                    <a:pt x="79851" y="5419"/>
                  </a:lnTo>
                  <a:lnTo>
                    <a:pt x="79138" y="5419"/>
                  </a:lnTo>
                  <a:lnTo>
                    <a:pt x="79851" y="5277"/>
                  </a:lnTo>
                  <a:close/>
                  <a:moveTo>
                    <a:pt x="218591" y="5277"/>
                  </a:moveTo>
                  <a:lnTo>
                    <a:pt x="219019" y="5419"/>
                  </a:lnTo>
                  <a:lnTo>
                    <a:pt x="218733" y="5419"/>
                  </a:lnTo>
                  <a:lnTo>
                    <a:pt x="218163" y="5277"/>
                  </a:lnTo>
                  <a:close/>
                  <a:moveTo>
                    <a:pt x="219304" y="5277"/>
                  </a:moveTo>
                  <a:lnTo>
                    <a:pt x="219161" y="5419"/>
                  </a:lnTo>
                  <a:lnTo>
                    <a:pt x="218876" y="5277"/>
                  </a:lnTo>
                  <a:close/>
                  <a:moveTo>
                    <a:pt x="224722" y="5134"/>
                  </a:moveTo>
                  <a:lnTo>
                    <a:pt x="224865" y="5277"/>
                  </a:lnTo>
                  <a:lnTo>
                    <a:pt x="224865" y="5419"/>
                  </a:lnTo>
                  <a:lnTo>
                    <a:pt x="224722" y="5277"/>
                  </a:lnTo>
                  <a:lnTo>
                    <a:pt x="224580" y="5277"/>
                  </a:lnTo>
                  <a:lnTo>
                    <a:pt x="224580" y="5134"/>
                  </a:lnTo>
                  <a:close/>
                  <a:moveTo>
                    <a:pt x="228394" y="5312"/>
                  </a:moveTo>
                  <a:lnTo>
                    <a:pt x="228715" y="5419"/>
                  </a:lnTo>
                  <a:lnTo>
                    <a:pt x="228287" y="5419"/>
                  </a:lnTo>
                  <a:lnTo>
                    <a:pt x="228394" y="5312"/>
                  </a:lnTo>
                  <a:close/>
                  <a:moveTo>
                    <a:pt x="246253" y="5277"/>
                  </a:moveTo>
                  <a:lnTo>
                    <a:pt x="246681" y="5419"/>
                  </a:lnTo>
                  <a:lnTo>
                    <a:pt x="246111" y="5419"/>
                  </a:lnTo>
                  <a:lnTo>
                    <a:pt x="245968" y="5277"/>
                  </a:lnTo>
                  <a:close/>
                  <a:moveTo>
                    <a:pt x="256092" y="5277"/>
                  </a:moveTo>
                  <a:lnTo>
                    <a:pt x="255664" y="5419"/>
                  </a:lnTo>
                  <a:lnTo>
                    <a:pt x="255236" y="5277"/>
                  </a:lnTo>
                  <a:close/>
                  <a:moveTo>
                    <a:pt x="254666" y="5419"/>
                  </a:moveTo>
                  <a:lnTo>
                    <a:pt x="254096" y="5562"/>
                  </a:lnTo>
                  <a:lnTo>
                    <a:pt x="254096" y="5562"/>
                  </a:lnTo>
                  <a:lnTo>
                    <a:pt x="254523" y="5419"/>
                  </a:lnTo>
                  <a:close/>
                  <a:moveTo>
                    <a:pt x="205615" y="5419"/>
                  </a:moveTo>
                  <a:lnTo>
                    <a:pt x="205330" y="5562"/>
                  </a:lnTo>
                  <a:lnTo>
                    <a:pt x="204902" y="5562"/>
                  </a:lnTo>
                  <a:lnTo>
                    <a:pt x="205045" y="5419"/>
                  </a:lnTo>
                  <a:close/>
                  <a:moveTo>
                    <a:pt x="206328" y="5277"/>
                  </a:moveTo>
                  <a:lnTo>
                    <a:pt x="206756" y="5419"/>
                  </a:lnTo>
                  <a:lnTo>
                    <a:pt x="206756" y="5562"/>
                  </a:lnTo>
                  <a:lnTo>
                    <a:pt x="206471" y="5419"/>
                  </a:lnTo>
                  <a:lnTo>
                    <a:pt x="206043" y="5419"/>
                  </a:lnTo>
                  <a:lnTo>
                    <a:pt x="205758" y="5277"/>
                  </a:lnTo>
                  <a:close/>
                  <a:moveTo>
                    <a:pt x="208467" y="5419"/>
                  </a:moveTo>
                  <a:lnTo>
                    <a:pt x="208467" y="5562"/>
                  </a:lnTo>
                  <a:lnTo>
                    <a:pt x="208324" y="5419"/>
                  </a:lnTo>
                  <a:close/>
                  <a:moveTo>
                    <a:pt x="210891" y="5419"/>
                  </a:moveTo>
                  <a:lnTo>
                    <a:pt x="211034" y="5562"/>
                  </a:lnTo>
                  <a:lnTo>
                    <a:pt x="210606" y="5562"/>
                  </a:lnTo>
                  <a:lnTo>
                    <a:pt x="210891" y="5419"/>
                  </a:lnTo>
                  <a:close/>
                  <a:moveTo>
                    <a:pt x="214598" y="5419"/>
                  </a:moveTo>
                  <a:lnTo>
                    <a:pt x="214456" y="5562"/>
                  </a:lnTo>
                  <a:lnTo>
                    <a:pt x="214313" y="5562"/>
                  </a:lnTo>
                  <a:lnTo>
                    <a:pt x="214313" y="5419"/>
                  </a:lnTo>
                  <a:close/>
                  <a:moveTo>
                    <a:pt x="228002" y="5277"/>
                  </a:moveTo>
                  <a:lnTo>
                    <a:pt x="227717" y="5419"/>
                  </a:lnTo>
                  <a:lnTo>
                    <a:pt x="227146" y="5562"/>
                  </a:lnTo>
                  <a:lnTo>
                    <a:pt x="227146" y="5419"/>
                  </a:lnTo>
                  <a:lnTo>
                    <a:pt x="227717" y="5419"/>
                  </a:lnTo>
                  <a:lnTo>
                    <a:pt x="227289" y="5277"/>
                  </a:lnTo>
                  <a:close/>
                  <a:moveTo>
                    <a:pt x="235702" y="5419"/>
                  </a:moveTo>
                  <a:lnTo>
                    <a:pt x="235702" y="5562"/>
                  </a:lnTo>
                  <a:lnTo>
                    <a:pt x="235416" y="5562"/>
                  </a:lnTo>
                  <a:lnTo>
                    <a:pt x="234989" y="5419"/>
                  </a:lnTo>
                  <a:close/>
                  <a:moveTo>
                    <a:pt x="241405" y="5419"/>
                  </a:moveTo>
                  <a:lnTo>
                    <a:pt x="241548" y="5562"/>
                  </a:lnTo>
                  <a:lnTo>
                    <a:pt x="241405" y="5562"/>
                  </a:lnTo>
                  <a:lnTo>
                    <a:pt x="241120" y="5419"/>
                  </a:lnTo>
                  <a:close/>
                  <a:moveTo>
                    <a:pt x="257233" y="5419"/>
                  </a:moveTo>
                  <a:lnTo>
                    <a:pt x="256948" y="5562"/>
                  </a:lnTo>
                  <a:lnTo>
                    <a:pt x="256805" y="5562"/>
                  </a:lnTo>
                  <a:lnTo>
                    <a:pt x="256235" y="5419"/>
                  </a:lnTo>
                  <a:close/>
                  <a:moveTo>
                    <a:pt x="69157" y="5277"/>
                  </a:moveTo>
                  <a:lnTo>
                    <a:pt x="69014" y="5562"/>
                  </a:lnTo>
                  <a:lnTo>
                    <a:pt x="68729" y="5562"/>
                  </a:lnTo>
                  <a:lnTo>
                    <a:pt x="69014" y="5704"/>
                  </a:lnTo>
                  <a:lnTo>
                    <a:pt x="68444" y="5704"/>
                  </a:lnTo>
                  <a:lnTo>
                    <a:pt x="68729" y="5562"/>
                  </a:lnTo>
                  <a:lnTo>
                    <a:pt x="68729" y="5419"/>
                  </a:lnTo>
                  <a:lnTo>
                    <a:pt x="69014" y="5277"/>
                  </a:lnTo>
                  <a:close/>
                  <a:moveTo>
                    <a:pt x="74147" y="5562"/>
                  </a:moveTo>
                  <a:lnTo>
                    <a:pt x="74575" y="5704"/>
                  </a:lnTo>
                  <a:lnTo>
                    <a:pt x="74005" y="5704"/>
                  </a:lnTo>
                  <a:lnTo>
                    <a:pt x="74147" y="5562"/>
                  </a:lnTo>
                  <a:close/>
                  <a:moveTo>
                    <a:pt x="216452" y="5562"/>
                  </a:moveTo>
                  <a:lnTo>
                    <a:pt x="216595" y="5704"/>
                  </a:lnTo>
                  <a:lnTo>
                    <a:pt x="216167" y="5704"/>
                  </a:lnTo>
                  <a:lnTo>
                    <a:pt x="216167" y="5562"/>
                  </a:lnTo>
                  <a:close/>
                  <a:moveTo>
                    <a:pt x="231139" y="5562"/>
                  </a:moveTo>
                  <a:lnTo>
                    <a:pt x="231139" y="5704"/>
                  </a:lnTo>
                  <a:lnTo>
                    <a:pt x="230996" y="5704"/>
                  </a:lnTo>
                  <a:lnTo>
                    <a:pt x="230996" y="5562"/>
                  </a:lnTo>
                  <a:close/>
                  <a:moveTo>
                    <a:pt x="240265" y="5562"/>
                  </a:moveTo>
                  <a:lnTo>
                    <a:pt x="240550" y="5704"/>
                  </a:lnTo>
                  <a:lnTo>
                    <a:pt x="240122" y="5704"/>
                  </a:lnTo>
                  <a:lnTo>
                    <a:pt x="240265" y="5562"/>
                  </a:lnTo>
                  <a:close/>
                  <a:moveTo>
                    <a:pt x="242403" y="5419"/>
                  </a:moveTo>
                  <a:lnTo>
                    <a:pt x="242118" y="5562"/>
                  </a:lnTo>
                  <a:lnTo>
                    <a:pt x="242403" y="5704"/>
                  </a:lnTo>
                  <a:lnTo>
                    <a:pt x="242118" y="5704"/>
                  </a:lnTo>
                  <a:lnTo>
                    <a:pt x="241976" y="5562"/>
                  </a:lnTo>
                  <a:lnTo>
                    <a:pt x="242118" y="5562"/>
                  </a:lnTo>
                  <a:lnTo>
                    <a:pt x="241690" y="5419"/>
                  </a:lnTo>
                  <a:close/>
                  <a:moveTo>
                    <a:pt x="206898" y="5562"/>
                  </a:moveTo>
                  <a:lnTo>
                    <a:pt x="207469" y="5704"/>
                  </a:lnTo>
                  <a:lnTo>
                    <a:pt x="207326" y="5704"/>
                  </a:lnTo>
                  <a:lnTo>
                    <a:pt x="207326" y="5847"/>
                  </a:lnTo>
                  <a:lnTo>
                    <a:pt x="206613" y="5847"/>
                  </a:lnTo>
                  <a:lnTo>
                    <a:pt x="205473" y="5704"/>
                  </a:lnTo>
                  <a:lnTo>
                    <a:pt x="206898" y="5562"/>
                  </a:lnTo>
                  <a:close/>
                  <a:moveTo>
                    <a:pt x="212745" y="5704"/>
                  </a:moveTo>
                  <a:lnTo>
                    <a:pt x="212745" y="5847"/>
                  </a:lnTo>
                  <a:lnTo>
                    <a:pt x="211747" y="5704"/>
                  </a:lnTo>
                  <a:close/>
                  <a:moveTo>
                    <a:pt x="214171" y="5704"/>
                  </a:moveTo>
                  <a:lnTo>
                    <a:pt x="214313" y="5847"/>
                  </a:lnTo>
                  <a:lnTo>
                    <a:pt x="213885" y="5847"/>
                  </a:lnTo>
                  <a:lnTo>
                    <a:pt x="213885" y="5704"/>
                  </a:lnTo>
                  <a:close/>
                  <a:moveTo>
                    <a:pt x="231567" y="5704"/>
                  </a:moveTo>
                  <a:lnTo>
                    <a:pt x="231709" y="5847"/>
                  </a:lnTo>
                  <a:lnTo>
                    <a:pt x="230996" y="5847"/>
                  </a:lnTo>
                  <a:lnTo>
                    <a:pt x="231567" y="5704"/>
                  </a:lnTo>
                  <a:close/>
                  <a:moveTo>
                    <a:pt x="241833" y="5704"/>
                  </a:moveTo>
                  <a:lnTo>
                    <a:pt x="241690" y="5847"/>
                  </a:lnTo>
                  <a:lnTo>
                    <a:pt x="241405" y="5847"/>
                  </a:lnTo>
                  <a:lnTo>
                    <a:pt x="241833" y="5704"/>
                  </a:lnTo>
                  <a:close/>
                  <a:moveTo>
                    <a:pt x="246396" y="5562"/>
                  </a:moveTo>
                  <a:lnTo>
                    <a:pt x="246538" y="5704"/>
                  </a:lnTo>
                  <a:lnTo>
                    <a:pt x="246396" y="5847"/>
                  </a:lnTo>
                  <a:lnTo>
                    <a:pt x="245968" y="5704"/>
                  </a:lnTo>
                  <a:lnTo>
                    <a:pt x="246396" y="5562"/>
                  </a:lnTo>
                  <a:close/>
                  <a:moveTo>
                    <a:pt x="257518" y="5704"/>
                  </a:moveTo>
                  <a:lnTo>
                    <a:pt x="257660" y="5847"/>
                  </a:lnTo>
                  <a:lnTo>
                    <a:pt x="256948" y="5847"/>
                  </a:lnTo>
                  <a:lnTo>
                    <a:pt x="257233" y="5704"/>
                  </a:lnTo>
                  <a:close/>
                  <a:moveTo>
                    <a:pt x="258659" y="5847"/>
                  </a:moveTo>
                  <a:lnTo>
                    <a:pt x="258801" y="5990"/>
                  </a:lnTo>
                  <a:lnTo>
                    <a:pt x="258801" y="5990"/>
                  </a:lnTo>
                  <a:lnTo>
                    <a:pt x="258516" y="5847"/>
                  </a:lnTo>
                  <a:close/>
                  <a:moveTo>
                    <a:pt x="71438" y="5847"/>
                  </a:moveTo>
                  <a:lnTo>
                    <a:pt x="71010" y="5990"/>
                  </a:lnTo>
                  <a:lnTo>
                    <a:pt x="70725" y="5847"/>
                  </a:lnTo>
                  <a:close/>
                  <a:moveTo>
                    <a:pt x="73149" y="5847"/>
                  </a:moveTo>
                  <a:lnTo>
                    <a:pt x="73720" y="5990"/>
                  </a:lnTo>
                  <a:lnTo>
                    <a:pt x="73292" y="5990"/>
                  </a:lnTo>
                  <a:lnTo>
                    <a:pt x="73149" y="5847"/>
                  </a:lnTo>
                  <a:close/>
                  <a:moveTo>
                    <a:pt x="78995" y="5704"/>
                  </a:moveTo>
                  <a:lnTo>
                    <a:pt x="79138" y="5847"/>
                  </a:lnTo>
                  <a:lnTo>
                    <a:pt x="78425" y="5990"/>
                  </a:lnTo>
                  <a:lnTo>
                    <a:pt x="77997" y="5990"/>
                  </a:lnTo>
                  <a:lnTo>
                    <a:pt x="77997" y="5847"/>
                  </a:lnTo>
                  <a:lnTo>
                    <a:pt x="78140" y="5704"/>
                  </a:lnTo>
                  <a:lnTo>
                    <a:pt x="78425" y="5847"/>
                  </a:lnTo>
                  <a:lnTo>
                    <a:pt x="78710" y="5847"/>
                  </a:lnTo>
                  <a:lnTo>
                    <a:pt x="78995" y="5704"/>
                  </a:lnTo>
                  <a:close/>
                  <a:moveTo>
                    <a:pt x="208324" y="5704"/>
                  </a:moveTo>
                  <a:lnTo>
                    <a:pt x="208182" y="5847"/>
                  </a:lnTo>
                  <a:lnTo>
                    <a:pt x="207897" y="5990"/>
                  </a:lnTo>
                  <a:lnTo>
                    <a:pt x="207897" y="5847"/>
                  </a:lnTo>
                  <a:lnTo>
                    <a:pt x="208182" y="5847"/>
                  </a:lnTo>
                  <a:lnTo>
                    <a:pt x="207897" y="5704"/>
                  </a:lnTo>
                  <a:close/>
                  <a:moveTo>
                    <a:pt x="212032" y="5847"/>
                  </a:moveTo>
                  <a:lnTo>
                    <a:pt x="212887" y="5990"/>
                  </a:lnTo>
                  <a:lnTo>
                    <a:pt x="211889" y="5990"/>
                  </a:lnTo>
                  <a:lnTo>
                    <a:pt x="212032" y="5847"/>
                  </a:lnTo>
                  <a:close/>
                  <a:moveTo>
                    <a:pt x="213600" y="5847"/>
                  </a:moveTo>
                  <a:lnTo>
                    <a:pt x="213743" y="5990"/>
                  </a:lnTo>
                  <a:lnTo>
                    <a:pt x="213600" y="5990"/>
                  </a:lnTo>
                  <a:lnTo>
                    <a:pt x="213600" y="5847"/>
                  </a:lnTo>
                  <a:close/>
                  <a:moveTo>
                    <a:pt x="226148" y="5847"/>
                  </a:moveTo>
                  <a:lnTo>
                    <a:pt x="226148" y="5990"/>
                  </a:lnTo>
                  <a:lnTo>
                    <a:pt x="226006" y="5847"/>
                  </a:lnTo>
                  <a:close/>
                  <a:moveTo>
                    <a:pt x="239409" y="5704"/>
                  </a:moveTo>
                  <a:lnTo>
                    <a:pt x="240265" y="5847"/>
                  </a:lnTo>
                  <a:lnTo>
                    <a:pt x="240265" y="5990"/>
                  </a:lnTo>
                  <a:lnTo>
                    <a:pt x="239979" y="5990"/>
                  </a:lnTo>
                  <a:lnTo>
                    <a:pt x="239979" y="5847"/>
                  </a:lnTo>
                  <a:lnTo>
                    <a:pt x="239124" y="5847"/>
                  </a:lnTo>
                  <a:lnTo>
                    <a:pt x="239409" y="5704"/>
                  </a:lnTo>
                  <a:close/>
                  <a:moveTo>
                    <a:pt x="243687" y="5847"/>
                  </a:moveTo>
                  <a:lnTo>
                    <a:pt x="244114" y="5990"/>
                  </a:lnTo>
                  <a:lnTo>
                    <a:pt x="243544" y="5990"/>
                  </a:lnTo>
                  <a:lnTo>
                    <a:pt x="243544" y="5847"/>
                  </a:lnTo>
                  <a:close/>
                  <a:moveTo>
                    <a:pt x="245968" y="5847"/>
                  </a:moveTo>
                  <a:lnTo>
                    <a:pt x="245968" y="5990"/>
                  </a:lnTo>
                  <a:lnTo>
                    <a:pt x="245826" y="5847"/>
                  </a:lnTo>
                  <a:close/>
                  <a:moveTo>
                    <a:pt x="250531" y="5847"/>
                  </a:moveTo>
                  <a:lnTo>
                    <a:pt x="250674" y="5990"/>
                  </a:lnTo>
                  <a:lnTo>
                    <a:pt x="250531" y="5990"/>
                  </a:lnTo>
                  <a:lnTo>
                    <a:pt x="250531" y="5847"/>
                  </a:lnTo>
                  <a:close/>
                  <a:moveTo>
                    <a:pt x="255379" y="5704"/>
                  </a:moveTo>
                  <a:lnTo>
                    <a:pt x="255522" y="5847"/>
                  </a:lnTo>
                  <a:lnTo>
                    <a:pt x="255379" y="5847"/>
                  </a:lnTo>
                  <a:lnTo>
                    <a:pt x="255664" y="5990"/>
                  </a:lnTo>
                  <a:lnTo>
                    <a:pt x="255379" y="5990"/>
                  </a:lnTo>
                  <a:lnTo>
                    <a:pt x="255379" y="5847"/>
                  </a:lnTo>
                  <a:lnTo>
                    <a:pt x="255379" y="5704"/>
                  </a:lnTo>
                  <a:close/>
                  <a:moveTo>
                    <a:pt x="210178" y="5847"/>
                  </a:moveTo>
                  <a:lnTo>
                    <a:pt x="210463" y="5990"/>
                  </a:lnTo>
                  <a:lnTo>
                    <a:pt x="209750" y="5990"/>
                  </a:lnTo>
                  <a:lnTo>
                    <a:pt x="209465" y="6132"/>
                  </a:lnTo>
                  <a:lnTo>
                    <a:pt x="208895" y="6132"/>
                  </a:lnTo>
                  <a:lnTo>
                    <a:pt x="208752" y="5990"/>
                  </a:lnTo>
                  <a:lnTo>
                    <a:pt x="209180" y="5847"/>
                  </a:lnTo>
                  <a:close/>
                  <a:moveTo>
                    <a:pt x="226006" y="5990"/>
                  </a:moveTo>
                  <a:lnTo>
                    <a:pt x="226148" y="6132"/>
                  </a:lnTo>
                  <a:lnTo>
                    <a:pt x="225863" y="6132"/>
                  </a:lnTo>
                  <a:lnTo>
                    <a:pt x="226006" y="5990"/>
                  </a:lnTo>
                  <a:close/>
                  <a:moveTo>
                    <a:pt x="236415" y="5990"/>
                  </a:moveTo>
                  <a:lnTo>
                    <a:pt x="236272" y="6132"/>
                  </a:lnTo>
                  <a:lnTo>
                    <a:pt x="235987" y="6132"/>
                  </a:lnTo>
                  <a:lnTo>
                    <a:pt x="235702" y="5990"/>
                  </a:lnTo>
                  <a:close/>
                  <a:moveTo>
                    <a:pt x="243259" y="5847"/>
                  </a:moveTo>
                  <a:lnTo>
                    <a:pt x="242974" y="5990"/>
                  </a:lnTo>
                  <a:lnTo>
                    <a:pt x="243259" y="6132"/>
                  </a:lnTo>
                  <a:lnTo>
                    <a:pt x="242831" y="6132"/>
                  </a:lnTo>
                  <a:lnTo>
                    <a:pt x="242403" y="5847"/>
                  </a:lnTo>
                  <a:close/>
                  <a:moveTo>
                    <a:pt x="69727" y="5990"/>
                  </a:moveTo>
                  <a:lnTo>
                    <a:pt x="69157" y="6275"/>
                  </a:lnTo>
                  <a:lnTo>
                    <a:pt x="68872" y="6132"/>
                  </a:lnTo>
                  <a:lnTo>
                    <a:pt x="69727" y="5990"/>
                  </a:lnTo>
                  <a:close/>
                  <a:moveTo>
                    <a:pt x="70297" y="6132"/>
                  </a:moveTo>
                  <a:lnTo>
                    <a:pt x="69870" y="6275"/>
                  </a:lnTo>
                  <a:lnTo>
                    <a:pt x="69727" y="6275"/>
                  </a:lnTo>
                  <a:lnTo>
                    <a:pt x="69584" y="6132"/>
                  </a:lnTo>
                  <a:close/>
                  <a:moveTo>
                    <a:pt x="76857" y="5847"/>
                  </a:moveTo>
                  <a:lnTo>
                    <a:pt x="76714" y="5990"/>
                  </a:lnTo>
                  <a:lnTo>
                    <a:pt x="76286" y="6132"/>
                  </a:lnTo>
                  <a:lnTo>
                    <a:pt x="76429" y="6132"/>
                  </a:lnTo>
                  <a:lnTo>
                    <a:pt x="74147" y="6275"/>
                  </a:lnTo>
                  <a:lnTo>
                    <a:pt x="73862" y="6275"/>
                  </a:lnTo>
                  <a:lnTo>
                    <a:pt x="74005" y="6132"/>
                  </a:lnTo>
                  <a:lnTo>
                    <a:pt x="75003" y="5847"/>
                  </a:lnTo>
                  <a:close/>
                  <a:moveTo>
                    <a:pt x="227574" y="5990"/>
                  </a:moveTo>
                  <a:lnTo>
                    <a:pt x="228144" y="6132"/>
                  </a:lnTo>
                  <a:lnTo>
                    <a:pt x="227717" y="6275"/>
                  </a:lnTo>
                  <a:lnTo>
                    <a:pt x="227431" y="6132"/>
                  </a:lnTo>
                  <a:lnTo>
                    <a:pt x="227004" y="5990"/>
                  </a:lnTo>
                  <a:close/>
                  <a:moveTo>
                    <a:pt x="235131" y="5847"/>
                  </a:moveTo>
                  <a:lnTo>
                    <a:pt x="234989" y="6275"/>
                  </a:lnTo>
                  <a:lnTo>
                    <a:pt x="234276" y="6132"/>
                  </a:lnTo>
                  <a:lnTo>
                    <a:pt x="234133" y="5990"/>
                  </a:lnTo>
                  <a:lnTo>
                    <a:pt x="234418" y="5990"/>
                  </a:lnTo>
                  <a:lnTo>
                    <a:pt x="235131" y="5847"/>
                  </a:lnTo>
                  <a:close/>
                  <a:moveTo>
                    <a:pt x="64309" y="6275"/>
                  </a:moveTo>
                  <a:lnTo>
                    <a:pt x="63738" y="6417"/>
                  </a:lnTo>
                  <a:lnTo>
                    <a:pt x="63738" y="6417"/>
                  </a:lnTo>
                  <a:lnTo>
                    <a:pt x="63881" y="6275"/>
                  </a:lnTo>
                  <a:close/>
                  <a:moveTo>
                    <a:pt x="244257" y="6275"/>
                  </a:moveTo>
                  <a:lnTo>
                    <a:pt x="244400" y="6417"/>
                  </a:lnTo>
                  <a:lnTo>
                    <a:pt x="244400" y="6417"/>
                  </a:lnTo>
                  <a:lnTo>
                    <a:pt x="244114" y="6275"/>
                  </a:lnTo>
                  <a:close/>
                  <a:moveTo>
                    <a:pt x="236842" y="6275"/>
                  </a:moveTo>
                  <a:lnTo>
                    <a:pt x="237128" y="6417"/>
                  </a:lnTo>
                  <a:lnTo>
                    <a:pt x="236700" y="6417"/>
                  </a:lnTo>
                  <a:lnTo>
                    <a:pt x="236842" y="6275"/>
                  </a:lnTo>
                  <a:close/>
                  <a:moveTo>
                    <a:pt x="242546" y="6132"/>
                  </a:moveTo>
                  <a:lnTo>
                    <a:pt x="242689" y="6275"/>
                  </a:lnTo>
                  <a:lnTo>
                    <a:pt x="243259" y="6275"/>
                  </a:lnTo>
                  <a:lnTo>
                    <a:pt x="243259" y="6417"/>
                  </a:lnTo>
                  <a:lnTo>
                    <a:pt x="243116" y="6417"/>
                  </a:lnTo>
                  <a:lnTo>
                    <a:pt x="242689" y="6275"/>
                  </a:lnTo>
                  <a:lnTo>
                    <a:pt x="242546" y="6275"/>
                  </a:lnTo>
                  <a:lnTo>
                    <a:pt x="242546" y="6132"/>
                  </a:lnTo>
                  <a:close/>
                  <a:moveTo>
                    <a:pt x="245398" y="6275"/>
                  </a:moveTo>
                  <a:lnTo>
                    <a:pt x="245540" y="6417"/>
                  </a:lnTo>
                  <a:lnTo>
                    <a:pt x="245113" y="6417"/>
                  </a:lnTo>
                  <a:lnTo>
                    <a:pt x="245398" y="6275"/>
                  </a:lnTo>
                  <a:close/>
                  <a:moveTo>
                    <a:pt x="248820" y="5990"/>
                  </a:moveTo>
                  <a:lnTo>
                    <a:pt x="249818" y="6132"/>
                  </a:lnTo>
                  <a:lnTo>
                    <a:pt x="249390" y="6275"/>
                  </a:lnTo>
                  <a:lnTo>
                    <a:pt x="249105" y="6417"/>
                  </a:lnTo>
                  <a:lnTo>
                    <a:pt x="248962" y="6275"/>
                  </a:lnTo>
                  <a:lnTo>
                    <a:pt x="249390" y="6132"/>
                  </a:lnTo>
                  <a:lnTo>
                    <a:pt x="248677" y="5990"/>
                  </a:lnTo>
                  <a:close/>
                  <a:moveTo>
                    <a:pt x="250674" y="6132"/>
                  </a:moveTo>
                  <a:lnTo>
                    <a:pt x="251101" y="6275"/>
                  </a:lnTo>
                  <a:lnTo>
                    <a:pt x="250959" y="6417"/>
                  </a:lnTo>
                  <a:lnTo>
                    <a:pt x="250816" y="6417"/>
                  </a:lnTo>
                  <a:lnTo>
                    <a:pt x="249961" y="6275"/>
                  </a:lnTo>
                  <a:lnTo>
                    <a:pt x="250388" y="6132"/>
                  </a:lnTo>
                  <a:close/>
                  <a:moveTo>
                    <a:pt x="247537" y="6275"/>
                  </a:moveTo>
                  <a:lnTo>
                    <a:pt x="247679" y="6417"/>
                  </a:lnTo>
                  <a:lnTo>
                    <a:pt x="247109" y="6560"/>
                  </a:lnTo>
                  <a:lnTo>
                    <a:pt x="247109" y="6560"/>
                  </a:lnTo>
                  <a:lnTo>
                    <a:pt x="247394" y="6417"/>
                  </a:lnTo>
                  <a:lnTo>
                    <a:pt x="247537" y="6275"/>
                  </a:lnTo>
                  <a:close/>
                  <a:moveTo>
                    <a:pt x="67303" y="6417"/>
                  </a:moveTo>
                  <a:lnTo>
                    <a:pt x="67446" y="6560"/>
                  </a:lnTo>
                  <a:lnTo>
                    <a:pt x="67018" y="6560"/>
                  </a:lnTo>
                  <a:lnTo>
                    <a:pt x="67303" y="6417"/>
                  </a:lnTo>
                  <a:close/>
                  <a:moveTo>
                    <a:pt x="71010" y="6417"/>
                  </a:moveTo>
                  <a:lnTo>
                    <a:pt x="70440" y="6560"/>
                  </a:lnTo>
                  <a:lnTo>
                    <a:pt x="70012" y="6560"/>
                  </a:lnTo>
                  <a:lnTo>
                    <a:pt x="70440" y="6417"/>
                  </a:lnTo>
                  <a:close/>
                  <a:moveTo>
                    <a:pt x="72294" y="6275"/>
                  </a:moveTo>
                  <a:lnTo>
                    <a:pt x="72579" y="6417"/>
                  </a:lnTo>
                  <a:lnTo>
                    <a:pt x="72721" y="6417"/>
                  </a:lnTo>
                  <a:lnTo>
                    <a:pt x="72579" y="6560"/>
                  </a:lnTo>
                  <a:lnTo>
                    <a:pt x="72579" y="6417"/>
                  </a:lnTo>
                  <a:lnTo>
                    <a:pt x="72009" y="6417"/>
                  </a:lnTo>
                  <a:lnTo>
                    <a:pt x="72294" y="6275"/>
                  </a:lnTo>
                  <a:close/>
                  <a:moveTo>
                    <a:pt x="73720" y="6417"/>
                  </a:moveTo>
                  <a:lnTo>
                    <a:pt x="73577" y="6560"/>
                  </a:lnTo>
                  <a:lnTo>
                    <a:pt x="73149" y="6560"/>
                  </a:lnTo>
                  <a:lnTo>
                    <a:pt x="73434" y="6417"/>
                  </a:lnTo>
                  <a:close/>
                  <a:moveTo>
                    <a:pt x="229285" y="6417"/>
                  </a:moveTo>
                  <a:lnTo>
                    <a:pt x="229142" y="6560"/>
                  </a:lnTo>
                  <a:lnTo>
                    <a:pt x="228715" y="6560"/>
                  </a:lnTo>
                  <a:lnTo>
                    <a:pt x="229000" y="6417"/>
                  </a:lnTo>
                  <a:close/>
                  <a:moveTo>
                    <a:pt x="231281" y="6417"/>
                  </a:moveTo>
                  <a:lnTo>
                    <a:pt x="231424" y="6560"/>
                  </a:lnTo>
                  <a:lnTo>
                    <a:pt x="231281" y="6560"/>
                  </a:lnTo>
                  <a:lnTo>
                    <a:pt x="231281" y="6417"/>
                  </a:lnTo>
                  <a:close/>
                  <a:moveTo>
                    <a:pt x="240835" y="6132"/>
                  </a:moveTo>
                  <a:lnTo>
                    <a:pt x="241263" y="6275"/>
                  </a:lnTo>
                  <a:lnTo>
                    <a:pt x="241690" y="6417"/>
                  </a:lnTo>
                  <a:lnTo>
                    <a:pt x="241976" y="6560"/>
                  </a:lnTo>
                  <a:lnTo>
                    <a:pt x="240692" y="6417"/>
                  </a:lnTo>
                  <a:lnTo>
                    <a:pt x="240265" y="6417"/>
                  </a:lnTo>
                  <a:lnTo>
                    <a:pt x="240550" y="6275"/>
                  </a:lnTo>
                  <a:lnTo>
                    <a:pt x="240692" y="6132"/>
                  </a:lnTo>
                  <a:close/>
                  <a:moveTo>
                    <a:pt x="249675" y="6417"/>
                  </a:moveTo>
                  <a:lnTo>
                    <a:pt x="249818" y="6560"/>
                  </a:lnTo>
                  <a:lnTo>
                    <a:pt x="249675" y="6560"/>
                  </a:lnTo>
                  <a:lnTo>
                    <a:pt x="249675" y="6417"/>
                  </a:lnTo>
                  <a:close/>
                  <a:moveTo>
                    <a:pt x="261225" y="6132"/>
                  </a:moveTo>
                  <a:lnTo>
                    <a:pt x="261225" y="6275"/>
                  </a:lnTo>
                  <a:lnTo>
                    <a:pt x="260797" y="6275"/>
                  </a:lnTo>
                  <a:lnTo>
                    <a:pt x="260655" y="6417"/>
                  </a:lnTo>
                  <a:lnTo>
                    <a:pt x="260655" y="6560"/>
                  </a:lnTo>
                  <a:lnTo>
                    <a:pt x="260512" y="6560"/>
                  </a:lnTo>
                  <a:lnTo>
                    <a:pt x="260084" y="6417"/>
                  </a:lnTo>
                  <a:lnTo>
                    <a:pt x="260370" y="6417"/>
                  </a:lnTo>
                  <a:lnTo>
                    <a:pt x="260084" y="6275"/>
                  </a:lnTo>
                  <a:lnTo>
                    <a:pt x="260940" y="6132"/>
                  </a:lnTo>
                  <a:close/>
                  <a:moveTo>
                    <a:pt x="261510" y="6417"/>
                  </a:moveTo>
                  <a:lnTo>
                    <a:pt x="262081" y="6560"/>
                  </a:lnTo>
                  <a:lnTo>
                    <a:pt x="262081" y="6560"/>
                  </a:lnTo>
                  <a:lnTo>
                    <a:pt x="261510" y="6489"/>
                  </a:lnTo>
                  <a:lnTo>
                    <a:pt x="261510" y="6489"/>
                  </a:lnTo>
                  <a:lnTo>
                    <a:pt x="261510" y="6560"/>
                  </a:lnTo>
                  <a:lnTo>
                    <a:pt x="260940" y="6417"/>
                  </a:lnTo>
                  <a:lnTo>
                    <a:pt x="261510" y="6489"/>
                  </a:lnTo>
                  <a:lnTo>
                    <a:pt x="261510" y="6489"/>
                  </a:lnTo>
                  <a:lnTo>
                    <a:pt x="261510" y="6417"/>
                  </a:lnTo>
                  <a:close/>
                  <a:moveTo>
                    <a:pt x="251101" y="6560"/>
                  </a:moveTo>
                  <a:lnTo>
                    <a:pt x="251244" y="6702"/>
                  </a:lnTo>
                  <a:lnTo>
                    <a:pt x="250531" y="6702"/>
                  </a:lnTo>
                  <a:lnTo>
                    <a:pt x="250388" y="6560"/>
                  </a:lnTo>
                  <a:close/>
                  <a:moveTo>
                    <a:pt x="240977" y="6702"/>
                  </a:moveTo>
                  <a:lnTo>
                    <a:pt x="241120" y="6845"/>
                  </a:lnTo>
                  <a:lnTo>
                    <a:pt x="241120" y="6845"/>
                  </a:lnTo>
                  <a:lnTo>
                    <a:pt x="240835" y="6702"/>
                  </a:lnTo>
                  <a:close/>
                  <a:moveTo>
                    <a:pt x="62883" y="6702"/>
                  </a:moveTo>
                  <a:lnTo>
                    <a:pt x="62455" y="6845"/>
                  </a:lnTo>
                  <a:lnTo>
                    <a:pt x="62740" y="6702"/>
                  </a:lnTo>
                  <a:close/>
                  <a:moveTo>
                    <a:pt x="67018" y="6702"/>
                  </a:moveTo>
                  <a:lnTo>
                    <a:pt x="67160" y="6845"/>
                  </a:lnTo>
                  <a:lnTo>
                    <a:pt x="66875" y="6845"/>
                  </a:lnTo>
                  <a:lnTo>
                    <a:pt x="67018" y="6702"/>
                  </a:lnTo>
                  <a:close/>
                  <a:moveTo>
                    <a:pt x="71296" y="6560"/>
                  </a:moveTo>
                  <a:lnTo>
                    <a:pt x="71581" y="6702"/>
                  </a:lnTo>
                  <a:lnTo>
                    <a:pt x="71438" y="6702"/>
                  </a:lnTo>
                  <a:lnTo>
                    <a:pt x="71153" y="6845"/>
                  </a:lnTo>
                  <a:lnTo>
                    <a:pt x="70583" y="6845"/>
                  </a:lnTo>
                  <a:lnTo>
                    <a:pt x="71010" y="6702"/>
                  </a:lnTo>
                  <a:lnTo>
                    <a:pt x="71296" y="6560"/>
                  </a:lnTo>
                  <a:close/>
                  <a:moveTo>
                    <a:pt x="234846" y="6417"/>
                  </a:moveTo>
                  <a:lnTo>
                    <a:pt x="235131" y="6560"/>
                  </a:lnTo>
                  <a:lnTo>
                    <a:pt x="235274" y="6845"/>
                  </a:lnTo>
                  <a:lnTo>
                    <a:pt x="234989" y="6702"/>
                  </a:lnTo>
                  <a:lnTo>
                    <a:pt x="234133" y="6417"/>
                  </a:lnTo>
                  <a:close/>
                  <a:moveTo>
                    <a:pt x="241690" y="6560"/>
                  </a:moveTo>
                  <a:lnTo>
                    <a:pt x="241976" y="6702"/>
                  </a:lnTo>
                  <a:lnTo>
                    <a:pt x="242118" y="6702"/>
                  </a:lnTo>
                  <a:lnTo>
                    <a:pt x="242118" y="6845"/>
                  </a:lnTo>
                  <a:lnTo>
                    <a:pt x="241263" y="6702"/>
                  </a:lnTo>
                  <a:lnTo>
                    <a:pt x="241548" y="6702"/>
                  </a:lnTo>
                  <a:lnTo>
                    <a:pt x="241690" y="6560"/>
                  </a:lnTo>
                  <a:close/>
                  <a:moveTo>
                    <a:pt x="260797" y="6702"/>
                  </a:moveTo>
                  <a:lnTo>
                    <a:pt x="260370" y="6845"/>
                  </a:lnTo>
                  <a:lnTo>
                    <a:pt x="260227" y="6702"/>
                  </a:lnTo>
                  <a:close/>
                  <a:moveTo>
                    <a:pt x="231424" y="6845"/>
                  </a:moveTo>
                  <a:lnTo>
                    <a:pt x="231567" y="6988"/>
                  </a:lnTo>
                  <a:lnTo>
                    <a:pt x="231567" y="6988"/>
                  </a:lnTo>
                  <a:lnTo>
                    <a:pt x="231281" y="6845"/>
                  </a:lnTo>
                  <a:close/>
                  <a:moveTo>
                    <a:pt x="67873" y="6845"/>
                  </a:moveTo>
                  <a:lnTo>
                    <a:pt x="67446" y="6988"/>
                  </a:lnTo>
                  <a:lnTo>
                    <a:pt x="67018" y="6988"/>
                  </a:lnTo>
                  <a:lnTo>
                    <a:pt x="67303" y="6845"/>
                  </a:lnTo>
                  <a:close/>
                  <a:moveTo>
                    <a:pt x="69870" y="6702"/>
                  </a:moveTo>
                  <a:lnTo>
                    <a:pt x="69442" y="6845"/>
                  </a:lnTo>
                  <a:lnTo>
                    <a:pt x="69299" y="6845"/>
                  </a:lnTo>
                  <a:lnTo>
                    <a:pt x="69442" y="6988"/>
                  </a:lnTo>
                  <a:lnTo>
                    <a:pt x="69014" y="6988"/>
                  </a:lnTo>
                  <a:lnTo>
                    <a:pt x="69299" y="6845"/>
                  </a:lnTo>
                  <a:lnTo>
                    <a:pt x="69157" y="6845"/>
                  </a:lnTo>
                  <a:lnTo>
                    <a:pt x="69727" y="6702"/>
                  </a:lnTo>
                  <a:close/>
                  <a:moveTo>
                    <a:pt x="243687" y="6702"/>
                  </a:moveTo>
                  <a:lnTo>
                    <a:pt x="244542" y="6845"/>
                  </a:lnTo>
                  <a:lnTo>
                    <a:pt x="243829" y="6845"/>
                  </a:lnTo>
                  <a:lnTo>
                    <a:pt x="243687" y="6988"/>
                  </a:lnTo>
                  <a:lnTo>
                    <a:pt x="243544" y="6845"/>
                  </a:lnTo>
                  <a:lnTo>
                    <a:pt x="243687" y="6702"/>
                  </a:lnTo>
                  <a:close/>
                  <a:moveTo>
                    <a:pt x="250816" y="6845"/>
                  </a:moveTo>
                  <a:lnTo>
                    <a:pt x="250388" y="6988"/>
                  </a:lnTo>
                  <a:lnTo>
                    <a:pt x="250246" y="6845"/>
                  </a:lnTo>
                  <a:close/>
                  <a:moveTo>
                    <a:pt x="251672" y="6845"/>
                  </a:moveTo>
                  <a:lnTo>
                    <a:pt x="251814" y="6988"/>
                  </a:lnTo>
                  <a:lnTo>
                    <a:pt x="251387" y="6988"/>
                  </a:lnTo>
                  <a:lnTo>
                    <a:pt x="251387" y="6845"/>
                  </a:lnTo>
                  <a:close/>
                  <a:moveTo>
                    <a:pt x="261796" y="6845"/>
                  </a:moveTo>
                  <a:lnTo>
                    <a:pt x="261938" y="6988"/>
                  </a:lnTo>
                  <a:lnTo>
                    <a:pt x="261796" y="6988"/>
                  </a:lnTo>
                  <a:lnTo>
                    <a:pt x="261368" y="6845"/>
                  </a:lnTo>
                  <a:close/>
                  <a:moveTo>
                    <a:pt x="261938" y="6702"/>
                  </a:moveTo>
                  <a:lnTo>
                    <a:pt x="262081" y="6845"/>
                  </a:lnTo>
                  <a:lnTo>
                    <a:pt x="262366" y="6988"/>
                  </a:lnTo>
                  <a:lnTo>
                    <a:pt x="262223" y="6988"/>
                  </a:lnTo>
                  <a:lnTo>
                    <a:pt x="262081" y="6845"/>
                  </a:lnTo>
                  <a:lnTo>
                    <a:pt x="261938" y="6845"/>
                  </a:lnTo>
                  <a:lnTo>
                    <a:pt x="261938" y="6702"/>
                  </a:lnTo>
                  <a:close/>
                  <a:moveTo>
                    <a:pt x="262509" y="6702"/>
                  </a:moveTo>
                  <a:lnTo>
                    <a:pt x="262936" y="6845"/>
                  </a:lnTo>
                  <a:lnTo>
                    <a:pt x="263364" y="6988"/>
                  </a:lnTo>
                  <a:lnTo>
                    <a:pt x="262651" y="6988"/>
                  </a:lnTo>
                  <a:lnTo>
                    <a:pt x="262366" y="6845"/>
                  </a:lnTo>
                  <a:lnTo>
                    <a:pt x="262509" y="6702"/>
                  </a:lnTo>
                  <a:close/>
                  <a:moveTo>
                    <a:pt x="234418" y="6988"/>
                  </a:moveTo>
                  <a:lnTo>
                    <a:pt x="234561" y="7130"/>
                  </a:lnTo>
                  <a:lnTo>
                    <a:pt x="234276" y="7130"/>
                  </a:lnTo>
                  <a:lnTo>
                    <a:pt x="234276" y="6988"/>
                  </a:lnTo>
                  <a:close/>
                  <a:moveTo>
                    <a:pt x="241405" y="6988"/>
                  </a:moveTo>
                  <a:lnTo>
                    <a:pt x="241405" y="7130"/>
                  </a:lnTo>
                  <a:lnTo>
                    <a:pt x="241263" y="6988"/>
                  </a:lnTo>
                  <a:close/>
                  <a:moveTo>
                    <a:pt x="247537" y="6988"/>
                  </a:moveTo>
                  <a:lnTo>
                    <a:pt x="247679" y="7130"/>
                  </a:lnTo>
                  <a:lnTo>
                    <a:pt x="247109" y="7130"/>
                  </a:lnTo>
                  <a:lnTo>
                    <a:pt x="247394" y="6988"/>
                  </a:lnTo>
                  <a:close/>
                  <a:moveTo>
                    <a:pt x="251101" y="6988"/>
                  </a:moveTo>
                  <a:lnTo>
                    <a:pt x="251101" y="7130"/>
                  </a:lnTo>
                  <a:lnTo>
                    <a:pt x="250816" y="7130"/>
                  </a:lnTo>
                  <a:lnTo>
                    <a:pt x="251101" y="6988"/>
                  </a:lnTo>
                  <a:close/>
                  <a:moveTo>
                    <a:pt x="55753" y="7130"/>
                  </a:moveTo>
                  <a:lnTo>
                    <a:pt x="55230" y="7261"/>
                  </a:lnTo>
                  <a:lnTo>
                    <a:pt x="55230" y="7261"/>
                  </a:lnTo>
                  <a:lnTo>
                    <a:pt x="56181" y="7227"/>
                  </a:lnTo>
                  <a:lnTo>
                    <a:pt x="56181" y="7227"/>
                  </a:lnTo>
                  <a:lnTo>
                    <a:pt x="56181" y="7130"/>
                  </a:lnTo>
                  <a:close/>
                  <a:moveTo>
                    <a:pt x="68444" y="6988"/>
                  </a:moveTo>
                  <a:lnTo>
                    <a:pt x="67873" y="7130"/>
                  </a:lnTo>
                  <a:lnTo>
                    <a:pt x="67303" y="7273"/>
                  </a:lnTo>
                  <a:lnTo>
                    <a:pt x="67303" y="7273"/>
                  </a:lnTo>
                  <a:lnTo>
                    <a:pt x="68159" y="6988"/>
                  </a:lnTo>
                  <a:close/>
                  <a:moveTo>
                    <a:pt x="64594" y="7130"/>
                  </a:moveTo>
                  <a:lnTo>
                    <a:pt x="64451" y="7273"/>
                  </a:lnTo>
                  <a:lnTo>
                    <a:pt x="64451" y="7130"/>
                  </a:lnTo>
                  <a:close/>
                  <a:moveTo>
                    <a:pt x="228430" y="7130"/>
                  </a:moveTo>
                  <a:lnTo>
                    <a:pt x="228857" y="7273"/>
                  </a:lnTo>
                  <a:lnTo>
                    <a:pt x="228572" y="7273"/>
                  </a:lnTo>
                  <a:lnTo>
                    <a:pt x="228430" y="7130"/>
                  </a:lnTo>
                  <a:close/>
                  <a:moveTo>
                    <a:pt x="239552" y="7130"/>
                  </a:moveTo>
                  <a:lnTo>
                    <a:pt x="239552" y="7273"/>
                  </a:lnTo>
                  <a:lnTo>
                    <a:pt x="239266" y="7130"/>
                  </a:lnTo>
                  <a:close/>
                  <a:moveTo>
                    <a:pt x="240835" y="7130"/>
                  </a:moveTo>
                  <a:lnTo>
                    <a:pt x="240835" y="7273"/>
                  </a:lnTo>
                  <a:lnTo>
                    <a:pt x="240692" y="7130"/>
                  </a:lnTo>
                  <a:close/>
                  <a:moveTo>
                    <a:pt x="256092" y="7130"/>
                  </a:moveTo>
                  <a:lnTo>
                    <a:pt x="255949" y="7273"/>
                  </a:lnTo>
                  <a:lnTo>
                    <a:pt x="255807" y="7130"/>
                  </a:lnTo>
                  <a:close/>
                  <a:moveTo>
                    <a:pt x="65307" y="7273"/>
                  </a:moveTo>
                  <a:lnTo>
                    <a:pt x="65449" y="7415"/>
                  </a:lnTo>
                  <a:lnTo>
                    <a:pt x="65022" y="7415"/>
                  </a:lnTo>
                  <a:lnTo>
                    <a:pt x="65307" y="7273"/>
                  </a:lnTo>
                  <a:close/>
                  <a:moveTo>
                    <a:pt x="66875" y="7273"/>
                  </a:moveTo>
                  <a:lnTo>
                    <a:pt x="66305" y="7415"/>
                  </a:lnTo>
                  <a:lnTo>
                    <a:pt x="66590" y="7273"/>
                  </a:lnTo>
                  <a:close/>
                  <a:moveTo>
                    <a:pt x="233420" y="7273"/>
                  </a:moveTo>
                  <a:lnTo>
                    <a:pt x="233563" y="7415"/>
                  </a:lnTo>
                  <a:lnTo>
                    <a:pt x="233420" y="7415"/>
                  </a:lnTo>
                  <a:lnTo>
                    <a:pt x="233420" y="7273"/>
                  </a:lnTo>
                  <a:close/>
                  <a:moveTo>
                    <a:pt x="57750" y="7273"/>
                  </a:moveTo>
                  <a:lnTo>
                    <a:pt x="57892" y="7415"/>
                  </a:lnTo>
                  <a:lnTo>
                    <a:pt x="57607" y="7558"/>
                  </a:lnTo>
                  <a:lnTo>
                    <a:pt x="56324" y="7558"/>
                  </a:lnTo>
                  <a:lnTo>
                    <a:pt x="56894" y="7273"/>
                  </a:lnTo>
                  <a:close/>
                  <a:moveTo>
                    <a:pt x="242261" y="7415"/>
                  </a:moveTo>
                  <a:lnTo>
                    <a:pt x="242831" y="7558"/>
                  </a:lnTo>
                  <a:lnTo>
                    <a:pt x="242261" y="7558"/>
                  </a:lnTo>
                  <a:lnTo>
                    <a:pt x="242261" y="7415"/>
                  </a:lnTo>
                  <a:close/>
                  <a:moveTo>
                    <a:pt x="244114" y="7130"/>
                  </a:moveTo>
                  <a:lnTo>
                    <a:pt x="244257" y="7273"/>
                  </a:lnTo>
                  <a:lnTo>
                    <a:pt x="243972" y="7273"/>
                  </a:lnTo>
                  <a:lnTo>
                    <a:pt x="244400" y="7558"/>
                  </a:lnTo>
                  <a:lnTo>
                    <a:pt x="244114" y="7415"/>
                  </a:lnTo>
                  <a:lnTo>
                    <a:pt x="243259" y="7415"/>
                  </a:lnTo>
                  <a:lnTo>
                    <a:pt x="243259" y="7273"/>
                  </a:lnTo>
                  <a:lnTo>
                    <a:pt x="243687" y="7130"/>
                  </a:lnTo>
                  <a:close/>
                  <a:moveTo>
                    <a:pt x="245255" y="7130"/>
                  </a:moveTo>
                  <a:lnTo>
                    <a:pt x="245398" y="7273"/>
                  </a:lnTo>
                  <a:lnTo>
                    <a:pt x="245255" y="7273"/>
                  </a:lnTo>
                  <a:lnTo>
                    <a:pt x="245255" y="7415"/>
                  </a:lnTo>
                  <a:lnTo>
                    <a:pt x="245398" y="7415"/>
                  </a:lnTo>
                  <a:lnTo>
                    <a:pt x="245398" y="7558"/>
                  </a:lnTo>
                  <a:lnTo>
                    <a:pt x="245113" y="7558"/>
                  </a:lnTo>
                  <a:lnTo>
                    <a:pt x="245113" y="7415"/>
                  </a:lnTo>
                  <a:lnTo>
                    <a:pt x="244542" y="7130"/>
                  </a:lnTo>
                  <a:close/>
                  <a:moveTo>
                    <a:pt x="245968" y="7415"/>
                  </a:moveTo>
                  <a:lnTo>
                    <a:pt x="246111" y="7558"/>
                  </a:lnTo>
                  <a:lnTo>
                    <a:pt x="245683" y="7558"/>
                  </a:lnTo>
                  <a:lnTo>
                    <a:pt x="245968" y="7415"/>
                  </a:lnTo>
                  <a:close/>
                  <a:moveTo>
                    <a:pt x="251957" y="7273"/>
                  </a:moveTo>
                  <a:lnTo>
                    <a:pt x="251814" y="7558"/>
                  </a:lnTo>
                  <a:lnTo>
                    <a:pt x="251101" y="7558"/>
                  </a:lnTo>
                  <a:lnTo>
                    <a:pt x="251244" y="7415"/>
                  </a:lnTo>
                  <a:lnTo>
                    <a:pt x="251957" y="7273"/>
                  </a:lnTo>
                  <a:close/>
                  <a:moveTo>
                    <a:pt x="255949" y="7415"/>
                  </a:moveTo>
                  <a:lnTo>
                    <a:pt x="255949" y="7558"/>
                  </a:lnTo>
                  <a:lnTo>
                    <a:pt x="255522" y="7415"/>
                  </a:lnTo>
                  <a:close/>
                  <a:moveTo>
                    <a:pt x="246966" y="7558"/>
                  </a:moveTo>
                  <a:lnTo>
                    <a:pt x="247109" y="7701"/>
                  </a:lnTo>
                  <a:lnTo>
                    <a:pt x="246824" y="7558"/>
                  </a:lnTo>
                  <a:close/>
                  <a:moveTo>
                    <a:pt x="64023" y="7130"/>
                  </a:moveTo>
                  <a:lnTo>
                    <a:pt x="63881" y="7415"/>
                  </a:lnTo>
                  <a:lnTo>
                    <a:pt x="63738" y="7415"/>
                  </a:lnTo>
                  <a:lnTo>
                    <a:pt x="64309" y="7558"/>
                  </a:lnTo>
                  <a:lnTo>
                    <a:pt x="63311" y="7701"/>
                  </a:lnTo>
                  <a:lnTo>
                    <a:pt x="63738" y="7415"/>
                  </a:lnTo>
                  <a:lnTo>
                    <a:pt x="62740" y="7415"/>
                  </a:lnTo>
                  <a:lnTo>
                    <a:pt x="63738" y="7273"/>
                  </a:lnTo>
                  <a:lnTo>
                    <a:pt x="64023" y="7130"/>
                  </a:lnTo>
                  <a:close/>
                  <a:moveTo>
                    <a:pt x="233705" y="7558"/>
                  </a:moveTo>
                  <a:lnTo>
                    <a:pt x="233848" y="7701"/>
                  </a:lnTo>
                  <a:lnTo>
                    <a:pt x="233705" y="7701"/>
                  </a:lnTo>
                  <a:lnTo>
                    <a:pt x="233705" y="7558"/>
                  </a:lnTo>
                  <a:close/>
                  <a:moveTo>
                    <a:pt x="234846" y="7558"/>
                  </a:moveTo>
                  <a:lnTo>
                    <a:pt x="234561" y="7701"/>
                  </a:lnTo>
                  <a:lnTo>
                    <a:pt x="234276" y="7558"/>
                  </a:lnTo>
                  <a:close/>
                  <a:moveTo>
                    <a:pt x="58320" y="7558"/>
                  </a:moveTo>
                  <a:lnTo>
                    <a:pt x="58462" y="7701"/>
                  </a:lnTo>
                  <a:lnTo>
                    <a:pt x="58035" y="7701"/>
                  </a:lnTo>
                  <a:lnTo>
                    <a:pt x="57607" y="7843"/>
                  </a:lnTo>
                  <a:lnTo>
                    <a:pt x="57464" y="7843"/>
                  </a:lnTo>
                  <a:lnTo>
                    <a:pt x="57464" y="7701"/>
                  </a:lnTo>
                  <a:lnTo>
                    <a:pt x="58035" y="7701"/>
                  </a:lnTo>
                  <a:lnTo>
                    <a:pt x="58320" y="7558"/>
                  </a:lnTo>
                  <a:close/>
                  <a:moveTo>
                    <a:pt x="234989" y="7558"/>
                  </a:moveTo>
                  <a:lnTo>
                    <a:pt x="234989" y="7843"/>
                  </a:lnTo>
                  <a:lnTo>
                    <a:pt x="234846" y="7843"/>
                  </a:lnTo>
                  <a:lnTo>
                    <a:pt x="234989" y="7558"/>
                  </a:lnTo>
                  <a:close/>
                  <a:moveTo>
                    <a:pt x="241263" y="7415"/>
                  </a:moveTo>
                  <a:lnTo>
                    <a:pt x="241548" y="7558"/>
                  </a:lnTo>
                  <a:lnTo>
                    <a:pt x="241263" y="7558"/>
                  </a:lnTo>
                  <a:lnTo>
                    <a:pt x="241548" y="7843"/>
                  </a:lnTo>
                  <a:lnTo>
                    <a:pt x="241405" y="7843"/>
                  </a:lnTo>
                  <a:lnTo>
                    <a:pt x="240407" y="7558"/>
                  </a:lnTo>
                  <a:lnTo>
                    <a:pt x="240550" y="7415"/>
                  </a:lnTo>
                  <a:close/>
                  <a:moveTo>
                    <a:pt x="241976" y="7701"/>
                  </a:moveTo>
                  <a:lnTo>
                    <a:pt x="242261" y="7843"/>
                  </a:lnTo>
                  <a:lnTo>
                    <a:pt x="241976" y="7843"/>
                  </a:lnTo>
                  <a:lnTo>
                    <a:pt x="241976" y="7701"/>
                  </a:lnTo>
                  <a:close/>
                  <a:moveTo>
                    <a:pt x="248107" y="7701"/>
                  </a:moveTo>
                  <a:lnTo>
                    <a:pt x="248107" y="7843"/>
                  </a:lnTo>
                  <a:lnTo>
                    <a:pt x="247251" y="7843"/>
                  </a:lnTo>
                  <a:lnTo>
                    <a:pt x="248107" y="7701"/>
                  </a:lnTo>
                  <a:close/>
                  <a:moveTo>
                    <a:pt x="231424" y="7843"/>
                  </a:moveTo>
                  <a:lnTo>
                    <a:pt x="231567" y="7986"/>
                  </a:lnTo>
                  <a:lnTo>
                    <a:pt x="231281" y="7843"/>
                  </a:lnTo>
                  <a:close/>
                  <a:moveTo>
                    <a:pt x="51761" y="7843"/>
                  </a:moveTo>
                  <a:lnTo>
                    <a:pt x="51761" y="7986"/>
                  </a:lnTo>
                  <a:lnTo>
                    <a:pt x="51190" y="7986"/>
                  </a:lnTo>
                  <a:lnTo>
                    <a:pt x="51761" y="7843"/>
                  </a:lnTo>
                  <a:close/>
                  <a:moveTo>
                    <a:pt x="241263" y="7843"/>
                  </a:moveTo>
                  <a:lnTo>
                    <a:pt x="241690" y="7986"/>
                  </a:lnTo>
                  <a:lnTo>
                    <a:pt x="241263" y="7986"/>
                  </a:lnTo>
                  <a:lnTo>
                    <a:pt x="241120" y="7843"/>
                  </a:lnTo>
                  <a:close/>
                  <a:moveTo>
                    <a:pt x="244827" y="7843"/>
                  </a:moveTo>
                  <a:lnTo>
                    <a:pt x="244970" y="7986"/>
                  </a:lnTo>
                  <a:lnTo>
                    <a:pt x="244827" y="7986"/>
                  </a:lnTo>
                  <a:lnTo>
                    <a:pt x="244542" y="7843"/>
                  </a:lnTo>
                  <a:close/>
                  <a:moveTo>
                    <a:pt x="262794" y="7701"/>
                  </a:moveTo>
                  <a:lnTo>
                    <a:pt x="263079" y="7843"/>
                  </a:lnTo>
                  <a:lnTo>
                    <a:pt x="263221" y="7986"/>
                  </a:lnTo>
                  <a:lnTo>
                    <a:pt x="262651" y="7986"/>
                  </a:lnTo>
                  <a:lnTo>
                    <a:pt x="262509" y="7843"/>
                  </a:lnTo>
                  <a:lnTo>
                    <a:pt x="262794" y="7701"/>
                  </a:lnTo>
                  <a:close/>
                  <a:moveTo>
                    <a:pt x="52759" y="7986"/>
                  </a:moveTo>
                  <a:lnTo>
                    <a:pt x="52759" y="8128"/>
                  </a:lnTo>
                  <a:lnTo>
                    <a:pt x="52616" y="7986"/>
                  </a:lnTo>
                  <a:close/>
                  <a:moveTo>
                    <a:pt x="234276" y="7843"/>
                  </a:moveTo>
                  <a:lnTo>
                    <a:pt x="234418" y="7986"/>
                  </a:lnTo>
                  <a:lnTo>
                    <a:pt x="233848" y="7986"/>
                  </a:lnTo>
                  <a:lnTo>
                    <a:pt x="233991" y="8128"/>
                  </a:lnTo>
                  <a:lnTo>
                    <a:pt x="233848" y="8128"/>
                  </a:lnTo>
                  <a:lnTo>
                    <a:pt x="233848" y="7986"/>
                  </a:lnTo>
                  <a:lnTo>
                    <a:pt x="233563" y="7986"/>
                  </a:lnTo>
                  <a:lnTo>
                    <a:pt x="234133" y="7843"/>
                  </a:lnTo>
                  <a:close/>
                  <a:moveTo>
                    <a:pt x="235131" y="7986"/>
                  </a:moveTo>
                  <a:lnTo>
                    <a:pt x="235702" y="8128"/>
                  </a:lnTo>
                  <a:lnTo>
                    <a:pt x="235416" y="8128"/>
                  </a:lnTo>
                  <a:lnTo>
                    <a:pt x="235131" y="7986"/>
                  </a:lnTo>
                  <a:close/>
                  <a:moveTo>
                    <a:pt x="242689" y="7843"/>
                  </a:moveTo>
                  <a:lnTo>
                    <a:pt x="242831" y="7986"/>
                  </a:lnTo>
                  <a:lnTo>
                    <a:pt x="243116" y="7986"/>
                  </a:lnTo>
                  <a:lnTo>
                    <a:pt x="242689" y="8128"/>
                  </a:lnTo>
                  <a:lnTo>
                    <a:pt x="242261" y="7986"/>
                  </a:lnTo>
                  <a:lnTo>
                    <a:pt x="242689" y="7843"/>
                  </a:lnTo>
                  <a:close/>
                  <a:moveTo>
                    <a:pt x="249533" y="7843"/>
                  </a:moveTo>
                  <a:lnTo>
                    <a:pt x="249675" y="7986"/>
                  </a:lnTo>
                  <a:lnTo>
                    <a:pt x="248962" y="8128"/>
                  </a:lnTo>
                  <a:lnTo>
                    <a:pt x="248535" y="8128"/>
                  </a:lnTo>
                  <a:lnTo>
                    <a:pt x="248677" y="7986"/>
                  </a:lnTo>
                  <a:lnTo>
                    <a:pt x="248820" y="7986"/>
                  </a:lnTo>
                  <a:lnTo>
                    <a:pt x="248250" y="7843"/>
                  </a:lnTo>
                  <a:close/>
                  <a:moveTo>
                    <a:pt x="51761" y="8128"/>
                  </a:moveTo>
                  <a:lnTo>
                    <a:pt x="51048" y="8271"/>
                  </a:lnTo>
                  <a:lnTo>
                    <a:pt x="50763" y="8271"/>
                  </a:lnTo>
                  <a:lnTo>
                    <a:pt x="50905" y="8128"/>
                  </a:lnTo>
                  <a:close/>
                  <a:moveTo>
                    <a:pt x="237270" y="6702"/>
                  </a:moveTo>
                  <a:lnTo>
                    <a:pt x="237840" y="6845"/>
                  </a:lnTo>
                  <a:lnTo>
                    <a:pt x="238126" y="6988"/>
                  </a:lnTo>
                  <a:lnTo>
                    <a:pt x="237840" y="6988"/>
                  </a:lnTo>
                  <a:lnTo>
                    <a:pt x="236129" y="7130"/>
                  </a:lnTo>
                  <a:lnTo>
                    <a:pt x="237270" y="7130"/>
                  </a:lnTo>
                  <a:lnTo>
                    <a:pt x="237698" y="7273"/>
                  </a:lnTo>
                  <a:lnTo>
                    <a:pt x="237698" y="7415"/>
                  </a:lnTo>
                  <a:lnTo>
                    <a:pt x="237555" y="7415"/>
                  </a:lnTo>
                  <a:lnTo>
                    <a:pt x="237270" y="7558"/>
                  </a:lnTo>
                  <a:lnTo>
                    <a:pt x="236842" y="7701"/>
                  </a:lnTo>
                  <a:lnTo>
                    <a:pt x="236842" y="7843"/>
                  </a:lnTo>
                  <a:lnTo>
                    <a:pt x="238268" y="7843"/>
                  </a:lnTo>
                  <a:lnTo>
                    <a:pt x="238411" y="7701"/>
                  </a:lnTo>
                  <a:lnTo>
                    <a:pt x="238553" y="7701"/>
                  </a:lnTo>
                  <a:lnTo>
                    <a:pt x="238268" y="7415"/>
                  </a:lnTo>
                  <a:lnTo>
                    <a:pt x="238839" y="7558"/>
                  </a:lnTo>
                  <a:lnTo>
                    <a:pt x="238696" y="7558"/>
                  </a:lnTo>
                  <a:lnTo>
                    <a:pt x="238981" y="7843"/>
                  </a:lnTo>
                  <a:lnTo>
                    <a:pt x="239266" y="7986"/>
                  </a:lnTo>
                  <a:lnTo>
                    <a:pt x="238553" y="7986"/>
                  </a:lnTo>
                  <a:lnTo>
                    <a:pt x="238981" y="8128"/>
                  </a:lnTo>
                  <a:lnTo>
                    <a:pt x="237698" y="8271"/>
                  </a:lnTo>
                  <a:lnTo>
                    <a:pt x="235987" y="8128"/>
                  </a:lnTo>
                  <a:lnTo>
                    <a:pt x="235702" y="8128"/>
                  </a:lnTo>
                  <a:lnTo>
                    <a:pt x="236129" y="7986"/>
                  </a:lnTo>
                  <a:lnTo>
                    <a:pt x="237270" y="7986"/>
                  </a:lnTo>
                  <a:lnTo>
                    <a:pt x="236129" y="7701"/>
                  </a:lnTo>
                  <a:lnTo>
                    <a:pt x="235987" y="7701"/>
                  </a:lnTo>
                  <a:lnTo>
                    <a:pt x="236842" y="7558"/>
                  </a:lnTo>
                  <a:lnTo>
                    <a:pt x="235844" y="7415"/>
                  </a:lnTo>
                  <a:lnTo>
                    <a:pt x="235416" y="7273"/>
                  </a:lnTo>
                  <a:lnTo>
                    <a:pt x="235416" y="7130"/>
                  </a:lnTo>
                  <a:lnTo>
                    <a:pt x="235559" y="6988"/>
                  </a:lnTo>
                  <a:lnTo>
                    <a:pt x="236557" y="6702"/>
                  </a:lnTo>
                  <a:close/>
                  <a:moveTo>
                    <a:pt x="244257" y="8128"/>
                  </a:moveTo>
                  <a:lnTo>
                    <a:pt x="243972" y="8271"/>
                  </a:lnTo>
                  <a:lnTo>
                    <a:pt x="242974" y="8271"/>
                  </a:lnTo>
                  <a:lnTo>
                    <a:pt x="243116" y="8128"/>
                  </a:lnTo>
                  <a:close/>
                  <a:moveTo>
                    <a:pt x="246253" y="8128"/>
                  </a:moveTo>
                  <a:lnTo>
                    <a:pt x="246396" y="8271"/>
                  </a:lnTo>
                  <a:lnTo>
                    <a:pt x="246111" y="8271"/>
                  </a:lnTo>
                  <a:lnTo>
                    <a:pt x="246253" y="8128"/>
                  </a:lnTo>
                  <a:close/>
                  <a:moveTo>
                    <a:pt x="254809" y="7986"/>
                  </a:moveTo>
                  <a:lnTo>
                    <a:pt x="255094" y="8128"/>
                  </a:lnTo>
                  <a:lnTo>
                    <a:pt x="255522" y="8271"/>
                  </a:lnTo>
                  <a:lnTo>
                    <a:pt x="255094" y="8271"/>
                  </a:lnTo>
                  <a:lnTo>
                    <a:pt x="254523" y="8128"/>
                  </a:lnTo>
                  <a:lnTo>
                    <a:pt x="254809" y="7986"/>
                  </a:lnTo>
                  <a:close/>
                  <a:moveTo>
                    <a:pt x="48624" y="8128"/>
                  </a:moveTo>
                  <a:lnTo>
                    <a:pt x="48909" y="8271"/>
                  </a:lnTo>
                  <a:lnTo>
                    <a:pt x="48766" y="8271"/>
                  </a:lnTo>
                  <a:lnTo>
                    <a:pt x="48196" y="8413"/>
                  </a:lnTo>
                  <a:lnTo>
                    <a:pt x="48481" y="8271"/>
                  </a:lnTo>
                  <a:lnTo>
                    <a:pt x="48339" y="8271"/>
                  </a:lnTo>
                  <a:lnTo>
                    <a:pt x="48178" y="8217"/>
                  </a:lnTo>
                  <a:lnTo>
                    <a:pt x="48178" y="8217"/>
                  </a:lnTo>
                  <a:lnTo>
                    <a:pt x="47911" y="8271"/>
                  </a:lnTo>
                  <a:lnTo>
                    <a:pt x="47911" y="8128"/>
                  </a:lnTo>
                  <a:lnTo>
                    <a:pt x="48178" y="8217"/>
                  </a:lnTo>
                  <a:lnTo>
                    <a:pt x="48178" y="8217"/>
                  </a:lnTo>
                  <a:lnTo>
                    <a:pt x="48624" y="8128"/>
                  </a:lnTo>
                  <a:close/>
                  <a:moveTo>
                    <a:pt x="56609" y="8128"/>
                  </a:moveTo>
                  <a:lnTo>
                    <a:pt x="56751" y="8271"/>
                  </a:lnTo>
                  <a:lnTo>
                    <a:pt x="56324" y="8413"/>
                  </a:lnTo>
                  <a:lnTo>
                    <a:pt x="56181" y="8271"/>
                  </a:lnTo>
                  <a:lnTo>
                    <a:pt x="56324" y="8128"/>
                  </a:lnTo>
                  <a:close/>
                  <a:moveTo>
                    <a:pt x="234276" y="8271"/>
                  </a:moveTo>
                  <a:lnTo>
                    <a:pt x="234418" y="8413"/>
                  </a:lnTo>
                  <a:lnTo>
                    <a:pt x="233705" y="8413"/>
                  </a:lnTo>
                  <a:lnTo>
                    <a:pt x="234276" y="8271"/>
                  </a:lnTo>
                  <a:close/>
                  <a:moveTo>
                    <a:pt x="248820" y="8271"/>
                  </a:moveTo>
                  <a:lnTo>
                    <a:pt x="248392" y="8413"/>
                  </a:lnTo>
                  <a:lnTo>
                    <a:pt x="248392" y="8271"/>
                  </a:lnTo>
                  <a:close/>
                  <a:moveTo>
                    <a:pt x="249533" y="8128"/>
                  </a:moveTo>
                  <a:lnTo>
                    <a:pt x="249675" y="8271"/>
                  </a:lnTo>
                  <a:lnTo>
                    <a:pt x="249818" y="8413"/>
                  </a:lnTo>
                  <a:lnTo>
                    <a:pt x="249105" y="8271"/>
                  </a:lnTo>
                  <a:lnTo>
                    <a:pt x="249533" y="8128"/>
                  </a:lnTo>
                  <a:close/>
                  <a:moveTo>
                    <a:pt x="253098" y="8128"/>
                  </a:moveTo>
                  <a:lnTo>
                    <a:pt x="253383" y="8271"/>
                  </a:lnTo>
                  <a:lnTo>
                    <a:pt x="253953" y="8271"/>
                  </a:lnTo>
                  <a:lnTo>
                    <a:pt x="253668" y="8413"/>
                  </a:lnTo>
                  <a:lnTo>
                    <a:pt x="253525" y="8413"/>
                  </a:lnTo>
                  <a:lnTo>
                    <a:pt x="253383" y="8271"/>
                  </a:lnTo>
                  <a:lnTo>
                    <a:pt x="253098" y="8271"/>
                  </a:lnTo>
                  <a:lnTo>
                    <a:pt x="253098" y="8128"/>
                  </a:lnTo>
                  <a:close/>
                  <a:moveTo>
                    <a:pt x="256092" y="8271"/>
                  </a:moveTo>
                  <a:lnTo>
                    <a:pt x="256092" y="8413"/>
                  </a:lnTo>
                  <a:lnTo>
                    <a:pt x="255664" y="8413"/>
                  </a:lnTo>
                  <a:lnTo>
                    <a:pt x="255949" y="8271"/>
                  </a:lnTo>
                  <a:close/>
                  <a:moveTo>
                    <a:pt x="261796" y="8271"/>
                  </a:moveTo>
                  <a:lnTo>
                    <a:pt x="261796" y="8413"/>
                  </a:lnTo>
                  <a:lnTo>
                    <a:pt x="261225" y="8271"/>
                  </a:lnTo>
                  <a:close/>
                  <a:moveTo>
                    <a:pt x="235416" y="8413"/>
                  </a:moveTo>
                  <a:lnTo>
                    <a:pt x="235559" y="8556"/>
                  </a:lnTo>
                  <a:lnTo>
                    <a:pt x="234703" y="8413"/>
                  </a:lnTo>
                  <a:close/>
                  <a:moveTo>
                    <a:pt x="235844" y="8413"/>
                  </a:moveTo>
                  <a:lnTo>
                    <a:pt x="235844" y="8556"/>
                  </a:lnTo>
                  <a:lnTo>
                    <a:pt x="235702" y="8413"/>
                  </a:lnTo>
                  <a:close/>
                  <a:moveTo>
                    <a:pt x="244827" y="8413"/>
                  </a:moveTo>
                  <a:lnTo>
                    <a:pt x="244970" y="8556"/>
                  </a:lnTo>
                  <a:lnTo>
                    <a:pt x="244685" y="8556"/>
                  </a:lnTo>
                  <a:lnTo>
                    <a:pt x="244328" y="8437"/>
                  </a:lnTo>
                  <a:lnTo>
                    <a:pt x="243972" y="8556"/>
                  </a:lnTo>
                  <a:lnTo>
                    <a:pt x="243829" y="8413"/>
                  </a:lnTo>
                  <a:lnTo>
                    <a:pt x="244257" y="8413"/>
                  </a:lnTo>
                  <a:lnTo>
                    <a:pt x="244328" y="8437"/>
                  </a:lnTo>
                  <a:lnTo>
                    <a:pt x="244400" y="8413"/>
                  </a:lnTo>
                  <a:close/>
                  <a:moveTo>
                    <a:pt x="245398" y="8413"/>
                  </a:moveTo>
                  <a:lnTo>
                    <a:pt x="245398" y="8556"/>
                  </a:lnTo>
                  <a:lnTo>
                    <a:pt x="245255" y="8413"/>
                  </a:lnTo>
                  <a:close/>
                  <a:moveTo>
                    <a:pt x="255522" y="8413"/>
                  </a:moveTo>
                  <a:lnTo>
                    <a:pt x="255236" y="8556"/>
                  </a:lnTo>
                  <a:lnTo>
                    <a:pt x="254809" y="8413"/>
                  </a:lnTo>
                  <a:close/>
                  <a:moveTo>
                    <a:pt x="233135" y="8556"/>
                  </a:moveTo>
                  <a:lnTo>
                    <a:pt x="233278" y="8699"/>
                  </a:lnTo>
                  <a:lnTo>
                    <a:pt x="233278" y="8699"/>
                  </a:lnTo>
                  <a:lnTo>
                    <a:pt x="232707" y="8556"/>
                  </a:lnTo>
                  <a:close/>
                  <a:moveTo>
                    <a:pt x="238981" y="8556"/>
                  </a:moveTo>
                  <a:lnTo>
                    <a:pt x="239124" y="8699"/>
                  </a:lnTo>
                  <a:lnTo>
                    <a:pt x="238411" y="8699"/>
                  </a:lnTo>
                  <a:lnTo>
                    <a:pt x="238696" y="8556"/>
                  </a:lnTo>
                  <a:close/>
                  <a:moveTo>
                    <a:pt x="240835" y="8556"/>
                  </a:moveTo>
                  <a:lnTo>
                    <a:pt x="241120" y="8699"/>
                  </a:lnTo>
                  <a:lnTo>
                    <a:pt x="240835" y="8699"/>
                  </a:lnTo>
                  <a:lnTo>
                    <a:pt x="240835" y="8556"/>
                  </a:lnTo>
                  <a:close/>
                  <a:moveTo>
                    <a:pt x="242261" y="8271"/>
                  </a:moveTo>
                  <a:lnTo>
                    <a:pt x="241548" y="8413"/>
                  </a:lnTo>
                  <a:lnTo>
                    <a:pt x="241405" y="8413"/>
                  </a:lnTo>
                  <a:lnTo>
                    <a:pt x="241690" y="8556"/>
                  </a:lnTo>
                  <a:lnTo>
                    <a:pt x="241833" y="8556"/>
                  </a:lnTo>
                  <a:lnTo>
                    <a:pt x="241833" y="8699"/>
                  </a:lnTo>
                  <a:lnTo>
                    <a:pt x="241405" y="8556"/>
                  </a:lnTo>
                  <a:lnTo>
                    <a:pt x="241690" y="8556"/>
                  </a:lnTo>
                  <a:lnTo>
                    <a:pt x="240835" y="8271"/>
                  </a:lnTo>
                  <a:close/>
                  <a:moveTo>
                    <a:pt x="242831" y="8556"/>
                  </a:moveTo>
                  <a:lnTo>
                    <a:pt x="242831" y="8699"/>
                  </a:lnTo>
                  <a:lnTo>
                    <a:pt x="242689" y="8699"/>
                  </a:lnTo>
                  <a:lnTo>
                    <a:pt x="242546" y="8556"/>
                  </a:lnTo>
                  <a:close/>
                  <a:moveTo>
                    <a:pt x="260512" y="8556"/>
                  </a:moveTo>
                  <a:lnTo>
                    <a:pt x="260797" y="8699"/>
                  </a:lnTo>
                  <a:lnTo>
                    <a:pt x="260512" y="8699"/>
                  </a:lnTo>
                  <a:lnTo>
                    <a:pt x="260512" y="8556"/>
                  </a:lnTo>
                  <a:close/>
                  <a:moveTo>
                    <a:pt x="244970" y="8699"/>
                  </a:moveTo>
                  <a:lnTo>
                    <a:pt x="244922" y="8746"/>
                  </a:lnTo>
                  <a:lnTo>
                    <a:pt x="244922" y="8746"/>
                  </a:lnTo>
                  <a:lnTo>
                    <a:pt x="244685" y="8699"/>
                  </a:lnTo>
                  <a:close/>
                  <a:moveTo>
                    <a:pt x="231424" y="8699"/>
                  </a:moveTo>
                  <a:lnTo>
                    <a:pt x="231424" y="8841"/>
                  </a:lnTo>
                  <a:lnTo>
                    <a:pt x="231281" y="8699"/>
                  </a:lnTo>
                  <a:close/>
                  <a:moveTo>
                    <a:pt x="234133" y="8841"/>
                  </a:moveTo>
                  <a:lnTo>
                    <a:pt x="233705" y="8984"/>
                  </a:lnTo>
                  <a:lnTo>
                    <a:pt x="233705" y="8841"/>
                  </a:lnTo>
                  <a:close/>
                  <a:moveTo>
                    <a:pt x="242689" y="8841"/>
                  </a:moveTo>
                  <a:lnTo>
                    <a:pt x="242403" y="8984"/>
                  </a:lnTo>
                  <a:lnTo>
                    <a:pt x="241976" y="8841"/>
                  </a:lnTo>
                  <a:close/>
                  <a:moveTo>
                    <a:pt x="254238" y="8699"/>
                  </a:moveTo>
                  <a:lnTo>
                    <a:pt x="254523" y="8841"/>
                  </a:lnTo>
                  <a:lnTo>
                    <a:pt x="254381" y="8841"/>
                  </a:lnTo>
                  <a:lnTo>
                    <a:pt x="254523" y="8984"/>
                  </a:lnTo>
                  <a:lnTo>
                    <a:pt x="254096" y="8984"/>
                  </a:lnTo>
                  <a:lnTo>
                    <a:pt x="254381" y="8841"/>
                  </a:lnTo>
                  <a:lnTo>
                    <a:pt x="254238" y="8841"/>
                  </a:lnTo>
                  <a:lnTo>
                    <a:pt x="254238" y="8699"/>
                  </a:lnTo>
                  <a:close/>
                  <a:moveTo>
                    <a:pt x="52759" y="8841"/>
                  </a:moveTo>
                  <a:lnTo>
                    <a:pt x="53187" y="8984"/>
                  </a:lnTo>
                  <a:lnTo>
                    <a:pt x="52189" y="9126"/>
                  </a:lnTo>
                  <a:lnTo>
                    <a:pt x="52189" y="9126"/>
                  </a:lnTo>
                  <a:lnTo>
                    <a:pt x="52474" y="8841"/>
                  </a:lnTo>
                  <a:close/>
                  <a:moveTo>
                    <a:pt x="236129" y="8699"/>
                  </a:moveTo>
                  <a:lnTo>
                    <a:pt x="235987" y="8841"/>
                  </a:lnTo>
                  <a:lnTo>
                    <a:pt x="236415" y="8841"/>
                  </a:lnTo>
                  <a:lnTo>
                    <a:pt x="236272" y="9126"/>
                  </a:lnTo>
                  <a:lnTo>
                    <a:pt x="235702" y="8984"/>
                  </a:lnTo>
                  <a:lnTo>
                    <a:pt x="235274" y="8841"/>
                  </a:lnTo>
                  <a:lnTo>
                    <a:pt x="235416" y="8841"/>
                  </a:lnTo>
                  <a:lnTo>
                    <a:pt x="236129" y="8699"/>
                  </a:lnTo>
                  <a:close/>
                  <a:moveTo>
                    <a:pt x="243259" y="8984"/>
                  </a:moveTo>
                  <a:lnTo>
                    <a:pt x="243829" y="9126"/>
                  </a:lnTo>
                  <a:lnTo>
                    <a:pt x="242546" y="9126"/>
                  </a:lnTo>
                  <a:lnTo>
                    <a:pt x="243259" y="8984"/>
                  </a:lnTo>
                  <a:close/>
                  <a:moveTo>
                    <a:pt x="246253" y="8413"/>
                  </a:moveTo>
                  <a:lnTo>
                    <a:pt x="246253" y="8699"/>
                  </a:lnTo>
                  <a:lnTo>
                    <a:pt x="246111" y="8699"/>
                  </a:lnTo>
                  <a:lnTo>
                    <a:pt x="246824" y="8841"/>
                  </a:lnTo>
                  <a:lnTo>
                    <a:pt x="247109" y="8841"/>
                  </a:lnTo>
                  <a:lnTo>
                    <a:pt x="246966" y="8984"/>
                  </a:lnTo>
                  <a:lnTo>
                    <a:pt x="247109" y="9126"/>
                  </a:lnTo>
                  <a:lnTo>
                    <a:pt x="246824" y="9126"/>
                  </a:lnTo>
                  <a:lnTo>
                    <a:pt x="246111" y="8984"/>
                  </a:lnTo>
                  <a:lnTo>
                    <a:pt x="245826" y="8841"/>
                  </a:lnTo>
                  <a:lnTo>
                    <a:pt x="246111" y="8699"/>
                  </a:lnTo>
                  <a:lnTo>
                    <a:pt x="245968" y="8556"/>
                  </a:lnTo>
                  <a:lnTo>
                    <a:pt x="245968" y="8413"/>
                  </a:lnTo>
                  <a:close/>
                  <a:moveTo>
                    <a:pt x="247964" y="8699"/>
                  </a:moveTo>
                  <a:lnTo>
                    <a:pt x="247964" y="8841"/>
                  </a:lnTo>
                  <a:lnTo>
                    <a:pt x="248107" y="8841"/>
                  </a:lnTo>
                  <a:lnTo>
                    <a:pt x="248392" y="8984"/>
                  </a:lnTo>
                  <a:lnTo>
                    <a:pt x="247964" y="8984"/>
                  </a:lnTo>
                  <a:lnTo>
                    <a:pt x="247964" y="9126"/>
                  </a:lnTo>
                  <a:lnTo>
                    <a:pt x="247679" y="9126"/>
                  </a:lnTo>
                  <a:lnTo>
                    <a:pt x="247679" y="8984"/>
                  </a:lnTo>
                  <a:lnTo>
                    <a:pt x="247822" y="8841"/>
                  </a:lnTo>
                  <a:lnTo>
                    <a:pt x="247679" y="8699"/>
                  </a:lnTo>
                  <a:close/>
                  <a:moveTo>
                    <a:pt x="50335" y="9126"/>
                  </a:moveTo>
                  <a:lnTo>
                    <a:pt x="50620" y="9269"/>
                  </a:lnTo>
                  <a:lnTo>
                    <a:pt x="50192" y="9126"/>
                  </a:lnTo>
                  <a:close/>
                  <a:moveTo>
                    <a:pt x="238696" y="8841"/>
                  </a:moveTo>
                  <a:lnTo>
                    <a:pt x="238411" y="8984"/>
                  </a:lnTo>
                  <a:lnTo>
                    <a:pt x="238696" y="8984"/>
                  </a:lnTo>
                  <a:lnTo>
                    <a:pt x="239124" y="9126"/>
                  </a:lnTo>
                  <a:lnTo>
                    <a:pt x="239552" y="9269"/>
                  </a:lnTo>
                  <a:lnTo>
                    <a:pt x="238553" y="9126"/>
                  </a:lnTo>
                  <a:lnTo>
                    <a:pt x="237555" y="9126"/>
                  </a:lnTo>
                  <a:lnTo>
                    <a:pt x="237698" y="8984"/>
                  </a:lnTo>
                  <a:lnTo>
                    <a:pt x="237616" y="8963"/>
                  </a:lnTo>
                  <a:lnTo>
                    <a:pt x="237616" y="8963"/>
                  </a:lnTo>
                  <a:lnTo>
                    <a:pt x="237983" y="8841"/>
                  </a:lnTo>
                  <a:close/>
                  <a:moveTo>
                    <a:pt x="249961" y="8413"/>
                  </a:moveTo>
                  <a:lnTo>
                    <a:pt x="250246" y="8556"/>
                  </a:lnTo>
                  <a:lnTo>
                    <a:pt x="250388" y="8699"/>
                  </a:lnTo>
                  <a:lnTo>
                    <a:pt x="250246" y="8984"/>
                  </a:lnTo>
                  <a:lnTo>
                    <a:pt x="250103" y="9126"/>
                  </a:lnTo>
                  <a:lnTo>
                    <a:pt x="249818" y="9269"/>
                  </a:lnTo>
                  <a:lnTo>
                    <a:pt x="249390" y="9269"/>
                  </a:lnTo>
                  <a:lnTo>
                    <a:pt x="248820" y="8984"/>
                  </a:lnTo>
                  <a:lnTo>
                    <a:pt x="249248" y="8984"/>
                  </a:lnTo>
                  <a:lnTo>
                    <a:pt x="249105" y="8841"/>
                  </a:lnTo>
                  <a:lnTo>
                    <a:pt x="248677" y="8699"/>
                  </a:lnTo>
                  <a:lnTo>
                    <a:pt x="248535" y="8699"/>
                  </a:lnTo>
                  <a:lnTo>
                    <a:pt x="248677" y="8556"/>
                  </a:lnTo>
                  <a:lnTo>
                    <a:pt x="249675" y="8556"/>
                  </a:lnTo>
                  <a:lnTo>
                    <a:pt x="249961" y="8413"/>
                  </a:lnTo>
                  <a:close/>
                  <a:moveTo>
                    <a:pt x="253525" y="8841"/>
                  </a:moveTo>
                  <a:lnTo>
                    <a:pt x="253098" y="8984"/>
                  </a:lnTo>
                  <a:lnTo>
                    <a:pt x="253240" y="8984"/>
                  </a:lnTo>
                  <a:lnTo>
                    <a:pt x="253525" y="9126"/>
                  </a:lnTo>
                  <a:lnTo>
                    <a:pt x="253240" y="9126"/>
                  </a:lnTo>
                  <a:lnTo>
                    <a:pt x="253383" y="9269"/>
                  </a:lnTo>
                  <a:lnTo>
                    <a:pt x="252812" y="9269"/>
                  </a:lnTo>
                  <a:lnTo>
                    <a:pt x="253240" y="9126"/>
                  </a:lnTo>
                  <a:lnTo>
                    <a:pt x="252955" y="9126"/>
                  </a:lnTo>
                  <a:lnTo>
                    <a:pt x="252527" y="8984"/>
                  </a:lnTo>
                  <a:lnTo>
                    <a:pt x="252955" y="8984"/>
                  </a:lnTo>
                  <a:lnTo>
                    <a:pt x="252812" y="8841"/>
                  </a:lnTo>
                  <a:close/>
                  <a:moveTo>
                    <a:pt x="49764" y="9269"/>
                  </a:moveTo>
                  <a:lnTo>
                    <a:pt x="49764" y="9412"/>
                  </a:lnTo>
                  <a:lnTo>
                    <a:pt x="49479" y="9412"/>
                  </a:lnTo>
                  <a:lnTo>
                    <a:pt x="49764" y="9269"/>
                  </a:lnTo>
                  <a:close/>
                  <a:moveTo>
                    <a:pt x="51048" y="9269"/>
                  </a:moveTo>
                  <a:lnTo>
                    <a:pt x="51190" y="9412"/>
                  </a:lnTo>
                  <a:lnTo>
                    <a:pt x="50763" y="9412"/>
                  </a:lnTo>
                  <a:lnTo>
                    <a:pt x="50905" y="9269"/>
                  </a:lnTo>
                  <a:close/>
                  <a:moveTo>
                    <a:pt x="238981" y="9269"/>
                  </a:moveTo>
                  <a:lnTo>
                    <a:pt x="238981" y="9412"/>
                  </a:lnTo>
                  <a:lnTo>
                    <a:pt x="238553" y="9412"/>
                  </a:lnTo>
                  <a:lnTo>
                    <a:pt x="238839" y="9269"/>
                  </a:lnTo>
                  <a:close/>
                  <a:moveTo>
                    <a:pt x="243259" y="9269"/>
                  </a:moveTo>
                  <a:lnTo>
                    <a:pt x="243401" y="9412"/>
                  </a:lnTo>
                  <a:lnTo>
                    <a:pt x="243259" y="9412"/>
                  </a:lnTo>
                  <a:lnTo>
                    <a:pt x="242974" y="9269"/>
                  </a:lnTo>
                  <a:close/>
                  <a:moveTo>
                    <a:pt x="248677" y="9269"/>
                  </a:moveTo>
                  <a:lnTo>
                    <a:pt x="248677" y="9412"/>
                  </a:lnTo>
                  <a:lnTo>
                    <a:pt x="248535" y="9412"/>
                  </a:lnTo>
                  <a:lnTo>
                    <a:pt x="248392" y="9269"/>
                  </a:lnTo>
                  <a:close/>
                  <a:moveTo>
                    <a:pt x="252527" y="9269"/>
                  </a:moveTo>
                  <a:lnTo>
                    <a:pt x="252242" y="9412"/>
                  </a:lnTo>
                  <a:lnTo>
                    <a:pt x="252099" y="9412"/>
                  </a:lnTo>
                  <a:lnTo>
                    <a:pt x="252099" y="9269"/>
                  </a:lnTo>
                  <a:close/>
                  <a:moveTo>
                    <a:pt x="39783" y="9412"/>
                  </a:moveTo>
                  <a:lnTo>
                    <a:pt x="38785" y="9554"/>
                  </a:lnTo>
                  <a:lnTo>
                    <a:pt x="38785" y="9554"/>
                  </a:lnTo>
                  <a:lnTo>
                    <a:pt x="39070" y="9412"/>
                  </a:lnTo>
                  <a:close/>
                  <a:moveTo>
                    <a:pt x="48481" y="9126"/>
                  </a:moveTo>
                  <a:lnTo>
                    <a:pt x="48766" y="9269"/>
                  </a:lnTo>
                  <a:lnTo>
                    <a:pt x="48339" y="9412"/>
                  </a:lnTo>
                  <a:lnTo>
                    <a:pt x="48481" y="9554"/>
                  </a:lnTo>
                  <a:lnTo>
                    <a:pt x="48053" y="9554"/>
                  </a:lnTo>
                  <a:lnTo>
                    <a:pt x="47911" y="9412"/>
                  </a:lnTo>
                  <a:lnTo>
                    <a:pt x="48053" y="9269"/>
                  </a:lnTo>
                  <a:lnTo>
                    <a:pt x="48481" y="9126"/>
                  </a:lnTo>
                  <a:close/>
                  <a:moveTo>
                    <a:pt x="247537" y="9412"/>
                  </a:moveTo>
                  <a:lnTo>
                    <a:pt x="247251" y="9554"/>
                  </a:lnTo>
                  <a:lnTo>
                    <a:pt x="247109" y="9412"/>
                  </a:lnTo>
                  <a:close/>
                  <a:moveTo>
                    <a:pt x="248392" y="9412"/>
                  </a:moveTo>
                  <a:lnTo>
                    <a:pt x="248535" y="9554"/>
                  </a:lnTo>
                  <a:lnTo>
                    <a:pt x="248107" y="9554"/>
                  </a:lnTo>
                  <a:lnTo>
                    <a:pt x="247822" y="9412"/>
                  </a:lnTo>
                  <a:close/>
                  <a:moveTo>
                    <a:pt x="27520" y="9554"/>
                  </a:moveTo>
                  <a:lnTo>
                    <a:pt x="27235" y="9697"/>
                  </a:lnTo>
                  <a:lnTo>
                    <a:pt x="27235" y="9554"/>
                  </a:lnTo>
                  <a:close/>
                  <a:moveTo>
                    <a:pt x="29945" y="9554"/>
                  </a:moveTo>
                  <a:lnTo>
                    <a:pt x="29089" y="9697"/>
                  </a:lnTo>
                  <a:lnTo>
                    <a:pt x="29517" y="9554"/>
                  </a:lnTo>
                  <a:close/>
                  <a:moveTo>
                    <a:pt x="39926" y="9412"/>
                  </a:moveTo>
                  <a:lnTo>
                    <a:pt x="40068" y="9554"/>
                  </a:lnTo>
                  <a:lnTo>
                    <a:pt x="39213" y="9697"/>
                  </a:lnTo>
                  <a:lnTo>
                    <a:pt x="39783" y="9412"/>
                  </a:lnTo>
                  <a:close/>
                  <a:moveTo>
                    <a:pt x="42350" y="9554"/>
                  </a:moveTo>
                  <a:lnTo>
                    <a:pt x="41637" y="9697"/>
                  </a:lnTo>
                  <a:lnTo>
                    <a:pt x="41779" y="9554"/>
                  </a:lnTo>
                  <a:close/>
                  <a:moveTo>
                    <a:pt x="250246" y="9554"/>
                  </a:moveTo>
                  <a:lnTo>
                    <a:pt x="250246" y="9697"/>
                  </a:lnTo>
                  <a:lnTo>
                    <a:pt x="249533" y="9697"/>
                  </a:lnTo>
                  <a:lnTo>
                    <a:pt x="248677" y="9554"/>
                  </a:lnTo>
                  <a:close/>
                  <a:moveTo>
                    <a:pt x="253953" y="9554"/>
                  </a:moveTo>
                  <a:lnTo>
                    <a:pt x="253668" y="9697"/>
                  </a:lnTo>
                  <a:lnTo>
                    <a:pt x="253525" y="9697"/>
                  </a:lnTo>
                  <a:lnTo>
                    <a:pt x="253383" y="9554"/>
                  </a:lnTo>
                  <a:close/>
                  <a:moveTo>
                    <a:pt x="255522" y="8984"/>
                  </a:moveTo>
                  <a:lnTo>
                    <a:pt x="256948" y="9126"/>
                  </a:lnTo>
                  <a:lnTo>
                    <a:pt x="256662" y="9269"/>
                  </a:lnTo>
                  <a:lnTo>
                    <a:pt x="255379" y="9269"/>
                  </a:lnTo>
                  <a:lnTo>
                    <a:pt x="256377" y="9554"/>
                  </a:lnTo>
                  <a:lnTo>
                    <a:pt x="255379" y="9697"/>
                  </a:lnTo>
                  <a:lnTo>
                    <a:pt x="254523" y="9697"/>
                  </a:lnTo>
                  <a:lnTo>
                    <a:pt x="254096" y="9554"/>
                  </a:lnTo>
                  <a:lnTo>
                    <a:pt x="253811" y="9412"/>
                  </a:lnTo>
                  <a:lnTo>
                    <a:pt x="253953" y="9269"/>
                  </a:lnTo>
                  <a:lnTo>
                    <a:pt x="254523" y="9126"/>
                  </a:lnTo>
                  <a:lnTo>
                    <a:pt x="255522" y="8984"/>
                  </a:lnTo>
                  <a:close/>
                  <a:moveTo>
                    <a:pt x="49479" y="9554"/>
                  </a:moveTo>
                  <a:lnTo>
                    <a:pt x="49622" y="9697"/>
                  </a:lnTo>
                  <a:lnTo>
                    <a:pt x="49052" y="9839"/>
                  </a:lnTo>
                  <a:lnTo>
                    <a:pt x="49052" y="9839"/>
                  </a:lnTo>
                  <a:lnTo>
                    <a:pt x="49337" y="9697"/>
                  </a:lnTo>
                  <a:lnTo>
                    <a:pt x="49479" y="9554"/>
                  </a:lnTo>
                  <a:close/>
                  <a:moveTo>
                    <a:pt x="29802" y="9697"/>
                  </a:moveTo>
                  <a:lnTo>
                    <a:pt x="29659" y="9839"/>
                  </a:lnTo>
                  <a:lnTo>
                    <a:pt x="29089" y="9839"/>
                  </a:lnTo>
                  <a:lnTo>
                    <a:pt x="29659" y="9697"/>
                  </a:lnTo>
                  <a:close/>
                  <a:moveTo>
                    <a:pt x="30515" y="9697"/>
                  </a:moveTo>
                  <a:lnTo>
                    <a:pt x="30657" y="9839"/>
                  </a:lnTo>
                  <a:lnTo>
                    <a:pt x="30230" y="9839"/>
                  </a:lnTo>
                  <a:lnTo>
                    <a:pt x="30230" y="9697"/>
                  </a:lnTo>
                  <a:close/>
                  <a:moveTo>
                    <a:pt x="37359" y="9697"/>
                  </a:moveTo>
                  <a:lnTo>
                    <a:pt x="37502" y="9839"/>
                  </a:lnTo>
                  <a:lnTo>
                    <a:pt x="36931" y="9839"/>
                  </a:lnTo>
                  <a:lnTo>
                    <a:pt x="37359" y="9697"/>
                  </a:lnTo>
                  <a:close/>
                  <a:moveTo>
                    <a:pt x="41209" y="9554"/>
                  </a:moveTo>
                  <a:lnTo>
                    <a:pt x="41209" y="9697"/>
                  </a:lnTo>
                  <a:lnTo>
                    <a:pt x="41067" y="9697"/>
                  </a:lnTo>
                  <a:lnTo>
                    <a:pt x="40639" y="9839"/>
                  </a:lnTo>
                  <a:lnTo>
                    <a:pt x="40781" y="9697"/>
                  </a:lnTo>
                  <a:lnTo>
                    <a:pt x="41067" y="9697"/>
                  </a:lnTo>
                  <a:lnTo>
                    <a:pt x="41209" y="9554"/>
                  </a:lnTo>
                  <a:close/>
                  <a:moveTo>
                    <a:pt x="42350" y="9697"/>
                  </a:moveTo>
                  <a:lnTo>
                    <a:pt x="42065" y="9839"/>
                  </a:lnTo>
                  <a:lnTo>
                    <a:pt x="41494" y="9839"/>
                  </a:lnTo>
                  <a:lnTo>
                    <a:pt x="41779" y="9697"/>
                  </a:lnTo>
                  <a:close/>
                  <a:moveTo>
                    <a:pt x="47198" y="9697"/>
                  </a:moveTo>
                  <a:lnTo>
                    <a:pt x="46485" y="9839"/>
                  </a:lnTo>
                  <a:lnTo>
                    <a:pt x="44203" y="9839"/>
                  </a:lnTo>
                  <a:lnTo>
                    <a:pt x="45772" y="9697"/>
                  </a:lnTo>
                  <a:close/>
                  <a:moveTo>
                    <a:pt x="246253" y="9269"/>
                  </a:moveTo>
                  <a:lnTo>
                    <a:pt x="246966" y="9412"/>
                  </a:lnTo>
                  <a:lnTo>
                    <a:pt x="246538" y="9412"/>
                  </a:lnTo>
                  <a:lnTo>
                    <a:pt x="246396" y="9554"/>
                  </a:lnTo>
                  <a:lnTo>
                    <a:pt x="246253" y="9697"/>
                  </a:lnTo>
                  <a:lnTo>
                    <a:pt x="246111" y="9839"/>
                  </a:lnTo>
                  <a:lnTo>
                    <a:pt x="245540" y="9697"/>
                  </a:lnTo>
                  <a:lnTo>
                    <a:pt x="246111" y="9412"/>
                  </a:lnTo>
                  <a:lnTo>
                    <a:pt x="245398" y="9412"/>
                  </a:lnTo>
                  <a:lnTo>
                    <a:pt x="245683" y="9269"/>
                  </a:lnTo>
                  <a:close/>
                  <a:moveTo>
                    <a:pt x="246824" y="9697"/>
                  </a:moveTo>
                  <a:lnTo>
                    <a:pt x="246824" y="9839"/>
                  </a:lnTo>
                  <a:lnTo>
                    <a:pt x="246681" y="9697"/>
                  </a:lnTo>
                  <a:close/>
                  <a:moveTo>
                    <a:pt x="256377" y="9697"/>
                  </a:moveTo>
                  <a:lnTo>
                    <a:pt x="256948" y="9839"/>
                  </a:lnTo>
                  <a:lnTo>
                    <a:pt x="256520" y="9839"/>
                  </a:lnTo>
                  <a:lnTo>
                    <a:pt x="256377" y="9697"/>
                  </a:lnTo>
                  <a:close/>
                  <a:moveTo>
                    <a:pt x="262413" y="9792"/>
                  </a:moveTo>
                  <a:lnTo>
                    <a:pt x="262287" y="9823"/>
                  </a:lnTo>
                  <a:lnTo>
                    <a:pt x="262287" y="9823"/>
                  </a:lnTo>
                  <a:lnTo>
                    <a:pt x="262366" y="9839"/>
                  </a:lnTo>
                  <a:lnTo>
                    <a:pt x="262413" y="9792"/>
                  </a:lnTo>
                  <a:close/>
                  <a:moveTo>
                    <a:pt x="247964" y="9839"/>
                  </a:moveTo>
                  <a:lnTo>
                    <a:pt x="248107" y="9982"/>
                  </a:lnTo>
                  <a:lnTo>
                    <a:pt x="247109" y="9982"/>
                  </a:lnTo>
                  <a:lnTo>
                    <a:pt x="247964" y="9839"/>
                  </a:lnTo>
                  <a:close/>
                  <a:moveTo>
                    <a:pt x="250959" y="9554"/>
                  </a:moveTo>
                  <a:lnTo>
                    <a:pt x="251387" y="9697"/>
                  </a:lnTo>
                  <a:lnTo>
                    <a:pt x="251529" y="9697"/>
                  </a:lnTo>
                  <a:lnTo>
                    <a:pt x="251244" y="9839"/>
                  </a:lnTo>
                  <a:lnTo>
                    <a:pt x="251387" y="9982"/>
                  </a:lnTo>
                  <a:lnTo>
                    <a:pt x="251101" y="9982"/>
                  </a:lnTo>
                  <a:lnTo>
                    <a:pt x="251244" y="9839"/>
                  </a:lnTo>
                  <a:lnTo>
                    <a:pt x="250674" y="9697"/>
                  </a:lnTo>
                  <a:lnTo>
                    <a:pt x="250959" y="9554"/>
                  </a:lnTo>
                  <a:close/>
                  <a:moveTo>
                    <a:pt x="246538" y="9982"/>
                  </a:moveTo>
                  <a:lnTo>
                    <a:pt x="246610" y="10053"/>
                  </a:lnTo>
                  <a:lnTo>
                    <a:pt x="246396" y="9982"/>
                  </a:lnTo>
                  <a:close/>
                  <a:moveTo>
                    <a:pt x="47768" y="9839"/>
                  </a:moveTo>
                  <a:lnTo>
                    <a:pt x="47340" y="9982"/>
                  </a:lnTo>
                  <a:lnTo>
                    <a:pt x="46342" y="10125"/>
                  </a:lnTo>
                  <a:lnTo>
                    <a:pt x="46200" y="10125"/>
                  </a:lnTo>
                  <a:lnTo>
                    <a:pt x="46628" y="9982"/>
                  </a:lnTo>
                  <a:lnTo>
                    <a:pt x="46628" y="9839"/>
                  </a:lnTo>
                  <a:close/>
                  <a:moveTo>
                    <a:pt x="250246" y="9839"/>
                  </a:moveTo>
                  <a:lnTo>
                    <a:pt x="250674" y="9982"/>
                  </a:lnTo>
                  <a:lnTo>
                    <a:pt x="250388" y="9982"/>
                  </a:lnTo>
                  <a:lnTo>
                    <a:pt x="250103" y="10125"/>
                  </a:lnTo>
                  <a:lnTo>
                    <a:pt x="249961" y="10125"/>
                  </a:lnTo>
                  <a:lnTo>
                    <a:pt x="249675" y="9982"/>
                  </a:lnTo>
                  <a:lnTo>
                    <a:pt x="249818" y="9982"/>
                  </a:lnTo>
                  <a:lnTo>
                    <a:pt x="250246" y="9839"/>
                  </a:lnTo>
                  <a:close/>
                  <a:moveTo>
                    <a:pt x="255236" y="9839"/>
                  </a:moveTo>
                  <a:lnTo>
                    <a:pt x="255522" y="9982"/>
                  </a:lnTo>
                  <a:lnTo>
                    <a:pt x="255522" y="10125"/>
                  </a:lnTo>
                  <a:lnTo>
                    <a:pt x="254951" y="9982"/>
                  </a:lnTo>
                  <a:lnTo>
                    <a:pt x="254666" y="9839"/>
                  </a:lnTo>
                  <a:close/>
                  <a:moveTo>
                    <a:pt x="40781" y="10125"/>
                  </a:moveTo>
                  <a:lnTo>
                    <a:pt x="40781" y="10267"/>
                  </a:lnTo>
                  <a:lnTo>
                    <a:pt x="40496" y="10267"/>
                  </a:lnTo>
                  <a:lnTo>
                    <a:pt x="40781" y="10125"/>
                  </a:lnTo>
                  <a:close/>
                  <a:moveTo>
                    <a:pt x="246111" y="10125"/>
                  </a:moveTo>
                  <a:lnTo>
                    <a:pt x="246111" y="10267"/>
                  </a:lnTo>
                  <a:lnTo>
                    <a:pt x="245540" y="10267"/>
                  </a:lnTo>
                  <a:lnTo>
                    <a:pt x="245826" y="10125"/>
                  </a:lnTo>
                  <a:close/>
                  <a:moveTo>
                    <a:pt x="246253" y="10125"/>
                  </a:moveTo>
                  <a:lnTo>
                    <a:pt x="246538" y="10267"/>
                  </a:lnTo>
                  <a:lnTo>
                    <a:pt x="246396" y="10267"/>
                  </a:lnTo>
                  <a:lnTo>
                    <a:pt x="246253" y="10125"/>
                  </a:lnTo>
                  <a:close/>
                  <a:moveTo>
                    <a:pt x="248107" y="10125"/>
                  </a:moveTo>
                  <a:lnTo>
                    <a:pt x="248677" y="10267"/>
                  </a:lnTo>
                  <a:lnTo>
                    <a:pt x="248107" y="10267"/>
                  </a:lnTo>
                  <a:lnTo>
                    <a:pt x="247537" y="10125"/>
                  </a:lnTo>
                  <a:close/>
                  <a:moveTo>
                    <a:pt x="249105" y="10125"/>
                  </a:moveTo>
                  <a:lnTo>
                    <a:pt x="249105" y="10267"/>
                  </a:lnTo>
                  <a:lnTo>
                    <a:pt x="248962" y="10125"/>
                  </a:lnTo>
                  <a:close/>
                  <a:moveTo>
                    <a:pt x="254666" y="10125"/>
                  </a:moveTo>
                  <a:lnTo>
                    <a:pt x="255236" y="10267"/>
                  </a:lnTo>
                  <a:lnTo>
                    <a:pt x="254951" y="10267"/>
                  </a:lnTo>
                  <a:lnTo>
                    <a:pt x="254666" y="10125"/>
                  </a:lnTo>
                  <a:close/>
                  <a:moveTo>
                    <a:pt x="258659" y="10125"/>
                  </a:moveTo>
                  <a:lnTo>
                    <a:pt x="258801" y="10267"/>
                  </a:lnTo>
                  <a:lnTo>
                    <a:pt x="258659" y="10267"/>
                  </a:lnTo>
                  <a:lnTo>
                    <a:pt x="258659" y="10125"/>
                  </a:lnTo>
                  <a:close/>
                  <a:moveTo>
                    <a:pt x="38785" y="10125"/>
                  </a:moveTo>
                  <a:lnTo>
                    <a:pt x="38357" y="10267"/>
                  </a:lnTo>
                  <a:lnTo>
                    <a:pt x="37787" y="10410"/>
                  </a:lnTo>
                  <a:lnTo>
                    <a:pt x="37644" y="10410"/>
                  </a:lnTo>
                  <a:lnTo>
                    <a:pt x="37930" y="10267"/>
                  </a:lnTo>
                  <a:lnTo>
                    <a:pt x="37644" y="10267"/>
                  </a:lnTo>
                  <a:lnTo>
                    <a:pt x="38357" y="10125"/>
                  </a:lnTo>
                  <a:close/>
                  <a:moveTo>
                    <a:pt x="250388" y="10267"/>
                  </a:moveTo>
                  <a:lnTo>
                    <a:pt x="250388" y="10410"/>
                  </a:lnTo>
                  <a:lnTo>
                    <a:pt x="249675" y="10267"/>
                  </a:lnTo>
                  <a:close/>
                  <a:moveTo>
                    <a:pt x="27913" y="10499"/>
                  </a:moveTo>
                  <a:lnTo>
                    <a:pt x="27767" y="10513"/>
                  </a:lnTo>
                  <a:lnTo>
                    <a:pt x="27767" y="10513"/>
                  </a:lnTo>
                  <a:lnTo>
                    <a:pt x="27800" y="10547"/>
                  </a:lnTo>
                  <a:lnTo>
                    <a:pt x="27800" y="10547"/>
                  </a:lnTo>
                  <a:lnTo>
                    <a:pt x="27823" y="10543"/>
                  </a:lnTo>
                  <a:lnTo>
                    <a:pt x="27823" y="10543"/>
                  </a:lnTo>
                  <a:lnTo>
                    <a:pt x="27913" y="10499"/>
                  </a:lnTo>
                  <a:close/>
                  <a:moveTo>
                    <a:pt x="26665" y="10410"/>
                  </a:moveTo>
                  <a:lnTo>
                    <a:pt x="26522" y="10552"/>
                  </a:lnTo>
                  <a:lnTo>
                    <a:pt x="27378" y="10552"/>
                  </a:lnTo>
                  <a:lnTo>
                    <a:pt x="27767" y="10513"/>
                  </a:lnTo>
                  <a:lnTo>
                    <a:pt x="27767" y="10513"/>
                  </a:lnTo>
                  <a:lnTo>
                    <a:pt x="27663" y="10410"/>
                  </a:lnTo>
                  <a:close/>
                  <a:moveTo>
                    <a:pt x="251814" y="9982"/>
                  </a:moveTo>
                  <a:lnTo>
                    <a:pt x="251957" y="10125"/>
                  </a:lnTo>
                  <a:lnTo>
                    <a:pt x="251957" y="10267"/>
                  </a:lnTo>
                  <a:lnTo>
                    <a:pt x="251957" y="10410"/>
                  </a:lnTo>
                  <a:lnTo>
                    <a:pt x="251814" y="10410"/>
                  </a:lnTo>
                  <a:lnTo>
                    <a:pt x="251957" y="10552"/>
                  </a:lnTo>
                  <a:lnTo>
                    <a:pt x="251672" y="10552"/>
                  </a:lnTo>
                  <a:lnTo>
                    <a:pt x="251814" y="10410"/>
                  </a:lnTo>
                  <a:lnTo>
                    <a:pt x="251387" y="10410"/>
                  </a:lnTo>
                  <a:lnTo>
                    <a:pt x="251814" y="10125"/>
                  </a:lnTo>
                  <a:lnTo>
                    <a:pt x="251387" y="10125"/>
                  </a:lnTo>
                  <a:lnTo>
                    <a:pt x="251814" y="9982"/>
                  </a:lnTo>
                  <a:close/>
                  <a:moveTo>
                    <a:pt x="255807" y="10410"/>
                  </a:moveTo>
                  <a:lnTo>
                    <a:pt x="255807" y="10552"/>
                  </a:lnTo>
                  <a:lnTo>
                    <a:pt x="255522" y="10552"/>
                  </a:lnTo>
                  <a:lnTo>
                    <a:pt x="255522" y="10410"/>
                  </a:lnTo>
                  <a:close/>
                  <a:moveTo>
                    <a:pt x="258373" y="10410"/>
                  </a:moveTo>
                  <a:lnTo>
                    <a:pt x="258088" y="10552"/>
                  </a:lnTo>
                  <a:lnTo>
                    <a:pt x="257946" y="10410"/>
                  </a:lnTo>
                  <a:close/>
                  <a:moveTo>
                    <a:pt x="30943" y="10552"/>
                  </a:moveTo>
                  <a:lnTo>
                    <a:pt x="30800" y="10695"/>
                  </a:lnTo>
                  <a:lnTo>
                    <a:pt x="30657" y="10552"/>
                  </a:lnTo>
                  <a:close/>
                  <a:moveTo>
                    <a:pt x="37217" y="10552"/>
                  </a:moveTo>
                  <a:lnTo>
                    <a:pt x="36646" y="10695"/>
                  </a:lnTo>
                  <a:lnTo>
                    <a:pt x="36361" y="10695"/>
                  </a:lnTo>
                  <a:lnTo>
                    <a:pt x="37217" y="10552"/>
                  </a:lnTo>
                  <a:close/>
                  <a:moveTo>
                    <a:pt x="32796" y="10552"/>
                  </a:moveTo>
                  <a:lnTo>
                    <a:pt x="32939" y="10695"/>
                  </a:lnTo>
                  <a:lnTo>
                    <a:pt x="32654" y="10695"/>
                  </a:lnTo>
                  <a:lnTo>
                    <a:pt x="31941" y="10837"/>
                  </a:lnTo>
                  <a:lnTo>
                    <a:pt x="32083" y="10695"/>
                  </a:lnTo>
                  <a:lnTo>
                    <a:pt x="32796" y="10552"/>
                  </a:lnTo>
                  <a:close/>
                  <a:moveTo>
                    <a:pt x="260084" y="10695"/>
                  </a:moveTo>
                  <a:lnTo>
                    <a:pt x="260655" y="10837"/>
                  </a:lnTo>
                  <a:lnTo>
                    <a:pt x="260084" y="10837"/>
                  </a:lnTo>
                  <a:lnTo>
                    <a:pt x="259657" y="10695"/>
                  </a:lnTo>
                  <a:close/>
                  <a:moveTo>
                    <a:pt x="250602" y="10837"/>
                  </a:moveTo>
                  <a:lnTo>
                    <a:pt x="250642" y="10853"/>
                  </a:lnTo>
                  <a:lnTo>
                    <a:pt x="250642" y="10853"/>
                  </a:lnTo>
                  <a:lnTo>
                    <a:pt x="250674" y="10837"/>
                  </a:lnTo>
                  <a:close/>
                  <a:moveTo>
                    <a:pt x="36789" y="10837"/>
                  </a:moveTo>
                  <a:lnTo>
                    <a:pt x="36931" y="10980"/>
                  </a:lnTo>
                  <a:lnTo>
                    <a:pt x="36646" y="10980"/>
                  </a:lnTo>
                  <a:lnTo>
                    <a:pt x="36789" y="10837"/>
                  </a:lnTo>
                  <a:close/>
                  <a:moveTo>
                    <a:pt x="39355" y="10837"/>
                  </a:moveTo>
                  <a:lnTo>
                    <a:pt x="38928" y="10980"/>
                  </a:lnTo>
                  <a:lnTo>
                    <a:pt x="38785" y="10837"/>
                  </a:lnTo>
                  <a:close/>
                  <a:moveTo>
                    <a:pt x="238981" y="10695"/>
                  </a:moveTo>
                  <a:lnTo>
                    <a:pt x="239124" y="10837"/>
                  </a:lnTo>
                  <a:lnTo>
                    <a:pt x="239124" y="10980"/>
                  </a:lnTo>
                  <a:lnTo>
                    <a:pt x="238839" y="10980"/>
                  </a:lnTo>
                  <a:lnTo>
                    <a:pt x="238553" y="10837"/>
                  </a:lnTo>
                  <a:lnTo>
                    <a:pt x="238981" y="10837"/>
                  </a:lnTo>
                  <a:lnTo>
                    <a:pt x="238981" y="10695"/>
                  </a:lnTo>
                  <a:close/>
                  <a:moveTo>
                    <a:pt x="246824" y="10837"/>
                  </a:moveTo>
                  <a:lnTo>
                    <a:pt x="246824" y="10980"/>
                  </a:lnTo>
                  <a:lnTo>
                    <a:pt x="246538" y="10980"/>
                  </a:lnTo>
                  <a:lnTo>
                    <a:pt x="246538" y="10837"/>
                  </a:lnTo>
                  <a:close/>
                  <a:moveTo>
                    <a:pt x="250642" y="10853"/>
                  </a:moveTo>
                  <a:lnTo>
                    <a:pt x="250388" y="10980"/>
                  </a:lnTo>
                  <a:lnTo>
                    <a:pt x="250959" y="10980"/>
                  </a:lnTo>
                  <a:lnTo>
                    <a:pt x="250642" y="10853"/>
                  </a:lnTo>
                  <a:close/>
                  <a:moveTo>
                    <a:pt x="258373" y="10837"/>
                  </a:moveTo>
                  <a:lnTo>
                    <a:pt x="258801" y="10980"/>
                  </a:lnTo>
                  <a:lnTo>
                    <a:pt x="258373" y="10980"/>
                  </a:lnTo>
                  <a:lnTo>
                    <a:pt x="258373" y="10837"/>
                  </a:lnTo>
                  <a:close/>
                  <a:moveTo>
                    <a:pt x="26808" y="10980"/>
                  </a:moveTo>
                  <a:lnTo>
                    <a:pt x="25809" y="11123"/>
                  </a:lnTo>
                  <a:lnTo>
                    <a:pt x="26380" y="10980"/>
                  </a:lnTo>
                  <a:close/>
                  <a:moveTo>
                    <a:pt x="38215" y="10980"/>
                  </a:moveTo>
                  <a:lnTo>
                    <a:pt x="38357" y="11123"/>
                  </a:lnTo>
                  <a:lnTo>
                    <a:pt x="37930" y="11123"/>
                  </a:lnTo>
                  <a:lnTo>
                    <a:pt x="38215" y="10980"/>
                  </a:lnTo>
                  <a:close/>
                  <a:moveTo>
                    <a:pt x="242546" y="9839"/>
                  </a:moveTo>
                  <a:lnTo>
                    <a:pt x="243544" y="9982"/>
                  </a:lnTo>
                  <a:lnTo>
                    <a:pt x="244970" y="10267"/>
                  </a:lnTo>
                  <a:lnTo>
                    <a:pt x="245398" y="10410"/>
                  </a:lnTo>
                  <a:lnTo>
                    <a:pt x="245540" y="10552"/>
                  </a:lnTo>
                  <a:lnTo>
                    <a:pt x="245255" y="10837"/>
                  </a:lnTo>
                  <a:lnTo>
                    <a:pt x="244685" y="10980"/>
                  </a:lnTo>
                  <a:lnTo>
                    <a:pt x="245113" y="10980"/>
                  </a:lnTo>
                  <a:lnTo>
                    <a:pt x="244970" y="11123"/>
                  </a:lnTo>
                  <a:lnTo>
                    <a:pt x="244257" y="11123"/>
                  </a:lnTo>
                  <a:lnTo>
                    <a:pt x="244685" y="11265"/>
                  </a:lnTo>
                  <a:lnTo>
                    <a:pt x="244685" y="11265"/>
                  </a:lnTo>
                  <a:lnTo>
                    <a:pt x="244114" y="11123"/>
                  </a:lnTo>
                  <a:lnTo>
                    <a:pt x="243544" y="10980"/>
                  </a:lnTo>
                  <a:lnTo>
                    <a:pt x="243972" y="10980"/>
                  </a:lnTo>
                  <a:lnTo>
                    <a:pt x="243259" y="10837"/>
                  </a:lnTo>
                  <a:lnTo>
                    <a:pt x="242118" y="10552"/>
                  </a:lnTo>
                  <a:lnTo>
                    <a:pt x="243544" y="10552"/>
                  </a:lnTo>
                  <a:lnTo>
                    <a:pt x="242689" y="10410"/>
                  </a:lnTo>
                  <a:lnTo>
                    <a:pt x="241690" y="9982"/>
                  </a:lnTo>
                  <a:lnTo>
                    <a:pt x="242546" y="9839"/>
                  </a:lnTo>
                  <a:close/>
                  <a:moveTo>
                    <a:pt x="36931" y="11123"/>
                  </a:moveTo>
                  <a:lnTo>
                    <a:pt x="37074" y="11265"/>
                  </a:lnTo>
                  <a:lnTo>
                    <a:pt x="36646" y="11265"/>
                  </a:lnTo>
                  <a:lnTo>
                    <a:pt x="36931" y="11123"/>
                  </a:lnTo>
                  <a:close/>
                  <a:moveTo>
                    <a:pt x="242831" y="10980"/>
                  </a:moveTo>
                  <a:lnTo>
                    <a:pt x="243259" y="11265"/>
                  </a:lnTo>
                  <a:lnTo>
                    <a:pt x="242974" y="11265"/>
                  </a:lnTo>
                  <a:lnTo>
                    <a:pt x="242831" y="11123"/>
                  </a:lnTo>
                  <a:lnTo>
                    <a:pt x="242546" y="11123"/>
                  </a:lnTo>
                  <a:lnTo>
                    <a:pt x="242403" y="10980"/>
                  </a:lnTo>
                  <a:close/>
                  <a:moveTo>
                    <a:pt x="247109" y="11123"/>
                  </a:moveTo>
                  <a:lnTo>
                    <a:pt x="246681" y="11265"/>
                  </a:lnTo>
                  <a:lnTo>
                    <a:pt x="246111" y="11265"/>
                  </a:lnTo>
                  <a:lnTo>
                    <a:pt x="246111" y="11123"/>
                  </a:lnTo>
                  <a:close/>
                  <a:moveTo>
                    <a:pt x="37787" y="11123"/>
                  </a:moveTo>
                  <a:lnTo>
                    <a:pt x="37217" y="11408"/>
                  </a:lnTo>
                  <a:lnTo>
                    <a:pt x="36931" y="11408"/>
                  </a:lnTo>
                  <a:lnTo>
                    <a:pt x="37217" y="11265"/>
                  </a:lnTo>
                  <a:lnTo>
                    <a:pt x="37217" y="11123"/>
                  </a:lnTo>
                  <a:close/>
                  <a:moveTo>
                    <a:pt x="242974" y="11408"/>
                  </a:moveTo>
                  <a:lnTo>
                    <a:pt x="243116" y="11550"/>
                  </a:lnTo>
                  <a:lnTo>
                    <a:pt x="242831" y="11550"/>
                  </a:lnTo>
                  <a:lnTo>
                    <a:pt x="242974" y="11408"/>
                  </a:lnTo>
                  <a:close/>
                  <a:moveTo>
                    <a:pt x="244257" y="11265"/>
                  </a:moveTo>
                  <a:lnTo>
                    <a:pt x="244400" y="11408"/>
                  </a:lnTo>
                  <a:lnTo>
                    <a:pt x="244542" y="11408"/>
                  </a:lnTo>
                  <a:lnTo>
                    <a:pt x="244114" y="11550"/>
                  </a:lnTo>
                  <a:lnTo>
                    <a:pt x="243972" y="11550"/>
                  </a:lnTo>
                  <a:lnTo>
                    <a:pt x="243829" y="11408"/>
                  </a:lnTo>
                  <a:lnTo>
                    <a:pt x="244114" y="11408"/>
                  </a:lnTo>
                  <a:lnTo>
                    <a:pt x="244114" y="11265"/>
                  </a:lnTo>
                  <a:close/>
                  <a:moveTo>
                    <a:pt x="259514" y="11123"/>
                  </a:moveTo>
                  <a:lnTo>
                    <a:pt x="260512" y="11265"/>
                  </a:lnTo>
                  <a:lnTo>
                    <a:pt x="260370" y="11265"/>
                  </a:lnTo>
                  <a:lnTo>
                    <a:pt x="260655" y="11408"/>
                  </a:lnTo>
                  <a:lnTo>
                    <a:pt x="261225" y="11550"/>
                  </a:lnTo>
                  <a:lnTo>
                    <a:pt x="261225" y="11693"/>
                  </a:lnTo>
                  <a:lnTo>
                    <a:pt x="261083" y="11693"/>
                  </a:lnTo>
                  <a:lnTo>
                    <a:pt x="260084" y="11550"/>
                  </a:lnTo>
                  <a:lnTo>
                    <a:pt x="258373" y="11550"/>
                  </a:lnTo>
                  <a:lnTo>
                    <a:pt x="258516" y="11693"/>
                  </a:lnTo>
                  <a:lnTo>
                    <a:pt x="258373" y="11693"/>
                  </a:lnTo>
                  <a:lnTo>
                    <a:pt x="258373" y="11550"/>
                  </a:lnTo>
                  <a:lnTo>
                    <a:pt x="258088" y="11693"/>
                  </a:lnTo>
                  <a:lnTo>
                    <a:pt x="256948" y="11693"/>
                  </a:lnTo>
                  <a:lnTo>
                    <a:pt x="256377" y="11550"/>
                  </a:lnTo>
                  <a:lnTo>
                    <a:pt x="256805" y="11550"/>
                  </a:lnTo>
                  <a:lnTo>
                    <a:pt x="256948" y="11265"/>
                  </a:lnTo>
                  <a:lnTo>
                    <a:pt x="257375" y="11123"/>
                  </a:lnTo>
                  <a:close/>
                  <a:moveTo>
                    <a:pt x="241405" y="11693"/>
                  </a:moveTo>
                  <a:lnTo>
                    <a:pt x="241833" y="11836"/>
                  </a:lnTo>
                  <a:lnTo>
                    <a:pt x="241548" y="11836"/>
                  </a:lnTo>
                  <a:lnTo>
                    <a:pt x="241405" y="11693"/>
                  </a:lnTo>
                  <a:close/>
                  <a:moveTo>
                    <a:pt x="24526" y="11836"/>
                  </a:moveTo>
                  <a:lnTo>
                    <a:pt x="24526" y="11978"/>
                  </a:lnTo>
                  <a:lnTo>
                    <a:pt x="24241" y="11978"/>
                  </a:lnTo>
                  <a:lnTo>
                    <a:pt x="24526" y="11836"/>
                  </a:lnTo>
                  <a:close/>
                  <a:moveTo>
                    <a:pt x="33794" y="11836"/>
                  </a:moveTo>
                  <a:lnTo>
                    <a:pt x="33224" y="11978"/>
                  </a:lnTo>
                  <a:lnTo>
                    <a:pt x="33224" y="11836"/>
                  </a:lnTo>
                  <a:close/>
                  <a:moveTo>
                    <a:pt x="242118" y="11836"/>
                  </a:moveTo>
                  <a:lnTo>
                    <a:pt x="242118" y="11978"/>
                  </a:lnTo>
                  <a:lnTo>
                    <a:pt x="241976" y="11836"/>
                  </a:lnTo>
                  <a:close/>
                  <a:moveTo>
                    <a:pt x="252527" y="11836"/>
                  </a:moveTo>
                  <a:lnTo>
                    <a:pt x="252955" y="11978"/>
                  </a:lnTo>
                  <a:lnTo>
                    <a:pt x="252527" y="11978"/>
                  </a:lnTo>
                  <a:lnTo>
                    <a:pt x="252527" y="11836"/>
                  </a:lnTo>
                  <a:close/>
                  <a:moveTo>
                    <a:pt x="27948" y="11978"/>
                  </a:moveTo>
                  <a:lnTo>
                    <a:pt x="27520" y="12121"/>
                  </a:lnTo>
                  <a:lnTo>
                    <a:pt x="26950" y="12121"/>
                  </a:lnTo>
                  <a:lnTo>
                    <a:pt x="27948" y="11978"/>
                  </a:lnTo>
                  <a:close/>
                  <a:moveTo>
                    <a:pt x="243687" y="11978"/>
                  </a:moveTo>
                  <a:lnTo>
                    <a:pt x="244257" y="12121"/>
                  </a:lnTo>
                  <a:lnTo>
                    <a:pt x="242974" y="12121"/>
                  </a:lnTo>
                  <a:lnTo>
                    <a:pt x="243687" y="11978"/>
                  </a:lnTo>
                  <a:close/>
                  <a:moveTo>
                    <a:pt x="251672" y="11836"/>
                  </a:moveTo>
                  <a:lnTo>
                    <a:pt x="252385" y="11978"/>
                  </a:lnTo>
                  <a:lnTo>
                    <a:pt x="252527" y="12121"/>
                  </a:lnTo>
                  <a:lnTo>
                    <a:pt x="251957" y="12121"/>
                  </a:lnTo>
                  <a:lnTo>
                    <a:pt x="251957" y="11978"/>
                  </a:lnTo>
                  <a:lnTo>
                    <a:pt x="251672" y="11978"/>
                  </a:lnTo>
                  <a:lnTo>
                    <a:pt x="251672" y="11836"/>
                  </a:lnTo>
                  <a:close/>
                  <a:moveTo>
                    <a:pt x="151003" y="12121"/>
                  </a:moveTo>
                  <a:lnTo>
                    <a:pt x="151431" y="12263"/>
                  </a:lnTo>
                  <a:lnTo>
                    <a:pt x="151146" y="12263"/>
                  </a:lnTo>
                  <a:lnTo>
                    <a:pt x="151003" y="12121"/>
                  </a:lnTo>
                  <a:close/>
                  <a:moveTo>
                    <a:pt x="154568" y="12121"/>
                  </a:moveTo>
                  <a:lnTo>
                    <a:pt x="154711" y="12263"/>
                  </a:lnTo>
                  <a:lnTo>
                    <a:pt x="154425" y="12263"/>
                  </a:lnTo>
                  <a:lnTo>
                    <a:pt x="154140" y="12121"/>
                  </a:lnTo>
                  <a:close/>
                  <a:moveTo>
                    <a:pt x="241690" y="11978"/>
                  </a:moveTo>
                  <a:lnTo>
                    <a:pt x="242403" y="12121"/>
                  </a:lnTo>
                  <a:lnTo>
                    <a:pt x="242546" y="12263"/>
                  </a:lnTo>
                  <a:lnTo>
                    <a:pt x="242403" y="12263"/>
                  </a:lnTo>
                  <a:lnTo>
                    <a:pt x="241976" y="12121"/>
                  </a:lnTo>
                  <a:lnTo>
                    <a:pt x="241690" y="12121"/>
                  </a:lnTo>
                  <a:lnTo>
                    <a:pt x="241690" y="11978"/>
                  </a:lnTo>
                  <a:close/>
                  <a:moveTo>
                    <a:pt x="244970" y="12121"/>
                  </a:moveTo>
                  <a:lnTo>
                    <a:pt x="245255" y="12263"/>
                  </a:lnTo>
                  <a:lnTo>
                    <a:pt x="244970" y="12263"/>
                  </a:lnTo>
                  <a:lnTo>
                    <a:pt x="244827" y="12121"/>
                  </a:lnTo>
                  <a:close/>
                  <a:moveTo>
                    <a:pt x="23671" y="12263"/>
                  </a:moveTo>
                  <a:lnTo>
                    <a:pt x="23029" y="12370"/>
                  </a:lnTo>
                  <a:lnTo>
                    <a:pt x="23029" y="12370"/>
                  </a:lnTo>
                  <a:lnTo>
                    <a:pt x="22815" y="12263"/>
                  </a:lnTo>
                  <a:close/>
                  <a:moveTo>
                    <a:pt x="27235" y="11123"/>
                  </a:moveTo>
                  <a:lnTo>
                    <a:pt x="26808" y="11265"/>
                  </a:lnTo>
                  <a:lnTo>
                    <a:pt x="26950" y="11408"/>
                  </a:lnTo>
                  <a:lnTo>
                    <a:pt x="26665" y="11550"/>
                  </a:lnTo>
                  <a:lnTo>
                    <a:pt x="25952" y="11693"/>
                  </a:lnTo>
                  <a:lnTo>
                    <a:pt x="25524" y="11836"/>
                  </a:lnTo>
                  <a:lnTo>
                    <a:pt x="26237" y="11978"/>
                  </a:lnTo>
                  <a:lnTo>
                    <a:pt x="25667" y="12121"/>
                  </a:lnTo>
                  <a:lnTo>
                    <a:pt x="24954" y="12406"/>
                  </a:lnTo>
                  <a:lnTo>
                    <a:pt x="24384" y="12406"/>
                  </a:lnTo>
                  <a:lnTo>
                    <a:pt x="24526" y="12263"/>
                  </a:lnTo>
                  <a:lnTo>
                    <a:pt x="24669" y="12121"/>
                  </a:lnTo>
                  <a:lnTo>
                    <a:pt x="25382" y="11836"/>
                  </a:lnTo>
                  <a:lnTo>
                    <a:pt x="25809" y="11693"/>
                  </a:lnTo>
                  <a:lnTo>
                    <a:pt x="24669" y="11693"/>
                  </a:lnTo>
                  <a:lnTo>
                    <a:pt x="26095" y="11550"/>
                  </a:lnTo>
                  <a:lnTo>
                    <a:pt x="25524" y="11408"/>
                  </a:lnTo>
                  <a:lnTo>
                    <a:pt x="25952" y="11265"/>
                  </a:lnTo>
                  <a:lnTo>
                    <a:pt x="27235" y="11123"/>
                  </a:lnTo>
                  <a:close/>
                  <a:moveTo>
                    <a:pt x="141450" y="12263"/>
                  </a:moveTo>
                  <a:lnTo>
                    <a:pt x="141450" y="12406"/>
                  </a:lnTo>
                  <a:lnTo>
                    <a:pt x="140879" y="12406"/>
                  </a:lnTo>
                  <a:lnTo>
                    <a:pt x="141165" y="12263"/>
                  </a:lnTo>
                  <a:close/>
                  <a:moveTo>
                    <a:pt x="242974" y="12263"/>
                  </a:moveTo>
                  <a:lnTo>
                    <a:pt x="243259" y="12406"/>
                  </a:lnTo>
                  <a:lnTo>
                    <a:pt x="242974" y="12406"/>
                  </a:lnTo>
                  <a:lnTo>
                    <a:pt x="242831" y="12263"/>
                  </a:lnTo>
                  <a:close/>
                  <a:moveTo>
                    <a:pt x="142258" y="12430"/>
                  </a:moveTo>
                  <a:lnTo>
                    <a:pt x="142020" y="12548"/>
                  </a:lnTo>
                  <a:lnTo>
                    <a:pt x="141307" y="12548"/>
                  </a:lnTo>
                  <a:lnTo>
                    <a:pt x="142258" y="12430"/>
                  </a:lnTo>
                  <a:close/>
                  <a:moveTo>
                    <a:pt x="20391" y="12548"/>
                  </a:moveTo>
                  <a:lnTo>
                    <a:pt x="20391" y="12691"/>
                  </a:lnTo>
                  <a:lnTo>
                    <a:pt x="20248" y="12691"/>
                  </a:lnTo>
                  <a:lnTo>
                    <a:pt x="20248" y="12548"/>
                  </a:lnTo>
                  <a:close/>
                  <a:moveTo>
                    <a:pt x="20961" y="12548"/>
                  </a:moveTo>
                  <a:lnTo>
                    <a:pt x="20819" y="12691"/>
                  </a:lnTo>
                  <a:lnTo>
                    <a:pt x="20676" y="12691"/>
                  </a:lnTo>
                  <a:lnTo>
                    <a:pt x="20534" y="12548"/>
                  </a:lnTo>
                  <a:close/>
                  <a:moveTo>
                    <a:pt x="24384" y="12548"/>
                  </a:moveTo>
                  <a:lnTo>
                    <a:pt x="23813" y="12691"/>
                  </a:lnTo>
                  <a:lnTo>
                    <a:pt x="24098" y="12548"/>
                  </a:lnTo>
                  <a:close/>
                  <a:moveTo>
                    <a:pt x="25667" y="12406"/>
                  </a:moveTo>
                  <a:lnTo>
                    <a:pt x="25239" y="12548"/>
                  </a:lnTo>
                  <a:lnTo>
                    <a:pt x="24811" y="12691"/>
                  </a:lnTo>
                  <a:lnTo>
                    <a:pt x="24811" y="12548"/>
                  </a:lnTo>
                  <a:lnTo>
                    <a:pt x="24954" y="12548"/>
                  </a:lnTo>
                  <a:lnTo>
                    <a:pt x="25667" y="12406"/>
                  </a:lnTo>
                  <a:close/>
                  <a:moveTo>
                    <a:pt x="149292" y="12548"/>
                  </a:moveTo>
                  <a:lnTo>
                    <a:pt x="149292" y="12691"/>
                  </a:lnTo>
                  <a:lnTo>
                    <a:pt x="148722" y="12691"/>
                  </a:lnTo>
                  <a:lnTo>
                    <a:pt x="149150" y="12548"/>
                  </a:lnTo>
                  <a:close/>
                  <a:moveTo>
                    <a:pt x="155424" y="12548"/>
                  </a:moveTo>
                  <a:lnTo>
                    <a:pt x="154996" y="12691"/>
                  </a:lnTo>
                  <a:lnTo>
                    <a:pt x="154711" y="12548"/>
                  </a:lnTo>
                  <a:close/>
                  <a:moveTo>
                    <a:pt x="244970" y="12406"/>
                  </a:moveTo>
                  <a:lnTo>
                    <a:pt x="244970" y="12548"/>
                  </a:lnTo>
                  <a:lnTo>
                    <a:pt x="245540" y="12548"/>
                  </a:lnTo>
                  <a:lnTo>
                    <a:pt x="245255" y="12691"/>
                  </a:lnTo>
                  <a:lnTo>
                    <a:pt x="244970" y="12548"/>
                  </a:lnTo>
                  <a:lnTo>
                    <a:pt x="244400" y="12406"/>
                  </a:lnTo>
                  <a:close/>
                  <a:moveTo>
                    <a:pt x="249961" y="12406"/>
                  </a:moveTo>
                  <a:lnTo>
                    <a:pt x="250388" y="12548"/>
                  </a:lnTo>
                  <a:lnTo>
                    <a:pt x="250103" y="12548"/>
                  </a:lnTo>
                  <a:lnTo>
                    <a:pt x="250388" y="12691"/>
                  </a:lnTo>
                  <a:lnTo>
                    <a:pt x="250103" y="12691"/>
                  </a:lnTo>
                  <a:lnTo>
                    <a:pt x="250103" y="12548"/>
                  </a:lnTo>
                  <a:lnTo>
                    <a:pt x="249818" y="12548"/>
                  </a:lnTo>
                  <a:lnTo>
                    <a:pt x="249675" y="12406"/>
                  </a:lnTo>
                  <a:close/>
                  <a:moveTo>
                    <a:pt x="15828" y="12548"/>
                  </a:moveTo>
                  <a:lnTo>
                    <a:pt x="16256" y="12691"/>
                  </a:lnTo>
                  <a:lnTo>
                    <a:pt x="15828" y="12834"/>
                  </a:lnTo>
                  <a:lnTo>
                    <a:pt x="15115" y="12834"/>
                  </a:lnTo>
                  <a:lnTo>
                    <a:pt x="15543" y="12691"/>
                  </a:lnTo>
                  <a:lnTo>
                    <a:pt x="15686" y="12548"/>
                  </a:lnTo>
                  <a:close/>
                  <a:moveTo>
                    <a:pt x="243116" y="12691"/>
                  </a:moveTo>
                  <a:lnTo>
                    <a:pt x="243401" y="12834"/>
                  </a:lnTo>
                  <a:lnTo>
                    <a:pt x="243259" y="12834"/>
                  </a:lnTo>
                  <a:lnTo>
                    <a:pt x="243116" y="12691"/>
                  </a:lnTo>
                  <a:close/>
                  <a:moveTo>
                    <a:pt x="244827" y="12691"/>
                  </a:moveTo>
                  <a:lnTo>
                    <a:pt x="244970" y="12834"/>
                  </a:lnTo>
                  <a:lnTo>
                    <a:pt x="244827" y="12834"/>
                  </a:lnTo>
                  <a:lnTo>
                    <a:pt x="244827" y="12691"/>
                  </a:lnTo>
                  <a:close/>
                  <a:moveTo>
                    <a:pt x="17967" y="12834"/>
                  </a:moveTo>
                  <a:lnTo>
                    <a:pt x="17539" y="12976"/>
                  </a:lnTo>
                  <a:lnTo>
                    <a:pt x="17539" y="12834"/>
                  </a:lnTo>
                  <a:close/>
                  <a:moveTo>
                    <a:pt x="23671" y="12834"/>
                  </a:moveTo>
                  <a:lnTo>
                    <a:pt x="23671" y="12976"/>
                  </a:lnTo>
                  <a:lnTo>
                    <a:pt x="23528" y="12834"/>
                  </a:lnTo>
                  <a:close/>
                  <a:moveTo>
                    <a:pt x="139596" y="12834"/>
                  </a:moveTo>
                  <a:lnTo>
                    <a:pt x="139739" y="12976"/>
                  </a:lnTo>
                  <a:lnTo>
                    <a:pt x="139168" y="12976"/>
                  </a:lnTo>
                  <a:lnTo>
                    <a:pt x="139596" y="12834"/>
                  </a:lnTo>
                  <a:close/>
                  <a:moveTo>
                    <a:pt x="243829" y="12406"/>
                  </a:moveTo>
                  <a:lnTo>
                    <a:pt x="244257" y="12548"/>
                  </a:lnTo>
                  <a:lnTo>
                    <a:pt x="244400" y="12691"/>
                  </a:lnTo>
                  <a:lnTo>
                    <a:pt x="244542" y="12834"/>
                  </a:lnTo>
                  <a:lnTo>
                    <a:pt x="244542" y="12976"/>
                  </a:lnTo>
                  <a:lnTo>
                    <a:pt x="244400" y="12834"/>
                  </a:lnTo>
                  <a:lnTo>
                    <a:pt x="244114" y="12976"/>
                  </a:lnTo>
                  <a:lnTo>
                    <a:pt x="243829" y="12834"/>
                  </a:lnTo>
                  <a:lnTo>
                    <a:pt x="243687" y="12691"/>
                  </a:lnTo>
                  <a:lnTo>
                    <a:pt x="243401" y="12548"/>
                  </a:lnTo>
                  <a:lnTo>
                    <a:pt x="243544" y="12548"/>
                  </a:lnTo>
                  <a:lnTo>
                    <a:pt x="243544" y="12406"/>
                  </a:lnTo>
                  <a:close/>
                  <a:moveTo>
                    <a:pt x="246396" y="12834"/>
                  </a:moveTo>
                  <a:lnTo>
                    <a:pt x="246396" y="12976"/>
                  </a:lnTo>
                  <a:lnTo>
                    <a:pt x="246253" y="12834"/>
                  </a:lnTo>
                  <a:close/>
                  <a:moveTo>
                    <a:pt x="261368" y="12834"/>
                  </a:moveTo>
                  <a:lnTo>
                    <a:pt x="261796" y="12976"/>
                  </a:lnTo>
                  <a:lnTo>
                    <a:pt x="261083" y="12976"/>
                  </a:lnTo>
                  <a:lnTo>
                    <a:pt x="261368" y="12834"/>
                  </a:lnTo>
                  <a:close/>
                  <a:moveTo>
                    <a:pt x="23956" y="12976"/>
                  </a:moveTo>
                  <a:lnTo>
                    <a:pt x="24241" y="13119"/>
                  </a:lnTo>
                  <a:lnTo>
                    <a:pt x="23813" y="13119"/>
                  </a:lnTo>
                  <a:lnTo>
                    <a:pt x="23956" y="12976"/>
                  </a:lnTo>
                  <a:close/>
                  <a:moveTo>
                    <a:pt x="121059" y="12834"/>
                  </a:moveTo>
                  <a:lnTo>
                    <a:pt x="121202" y="12976"/>
                  </a:lnTo>
                  <a:lnTo>
                    <a:pt x="120917" y="13119"/>
                  </a:lnTo>
                  <a:lnTo>
                    <a:pt x="120632" y="13119"/>
                  </a:lnTo>
                  <a:lnTo>
                    <a:pt x="120346" y="12976"/>
                  </a:lnTo>
                  <a:lnTo>
                    <a:pt x="120917" y="12976"/>
                  </a:lnTo>
                  <a:lnTo>
                    <a:pt x="121059" y="12834"/>
                  </a:lnTo>
                  <a:close/>
                  <a:moveTo>
                    <a:pt x="140166" y="12834"/>
                  </a:moveTo>
                  <a:lnTo>
                    <a:pt x="139881" y="12976"/>
                  </a:lnTo>
                  <a:lnTo>
                    <a:pt x="141022" y="12976"/>
                  </a:lnTo>
                  <a:lnTo>
                    <a:pt x="141022" y="13119"/>
                  </a:lnTo>
                  <a:lnTo>
                    <a:pt x="139881" y="12976"/>
                  </a:lnTo>
                  <a:lnTo>
                    <a:pt x="139881" y="12834"/>
                  </a:lnTo>
                  <a:close/>
                  <a:moveTo>
                    <a:pt x="141735" y="12976"/>
                  </a:moveTo>
                  <a:lnTo>
                    <a:pt x="141735" y="13119"/>
                  </a:lnTo>
                  <a:lnTo>
                    <a:pt x="141307" y="13119"/>
                  </a:lnTo>
                  <a:lnTo>
                    <a:pt x="141735" y="12976"/>
                  </a:lnTo>
                  <a:close/>
                  <a:moveTo>
                    <a:pt x="154283" y="12691"/>
                  </a:moveTo>
                  <a:lnTo>
                    <a:pt x="153712" y="12976"/>
                  </a:lnTo>
                  <a:lnTo>
                    <a:pt x="153998" y="12976"/>
                  </a:lnTo>
                  <a:lnTo>
                    <a:pt x="153855" y="13119"/>
                  </a:lnTo>
                  <a:lnTo>
                    <a:pt x="152287" y="13119"/>
                  </a:lnTo>
                  <a:lnTo>
                    <a:pt x="152572" y="12976"/>
                  </a:lnTo>
                  <a:lnTo>
                    <a:pt x="153427" y="12834"/>
                  </a:lnTo>
                  <a:lnTo>
                    <a:pt x="153000" y="12691"/>
                  </a:lnTo>
                  <a:close/>
                  <a:moveTo>
                    <a:pt x="155424" y="12976"/>
                  </a:moveTo>
                  <a:lnTo>
                    <a:pt x="155281" y="13119"/>
                  </a:lnTo>
                  <a:lnTo>
                    <a:pt x="154425" y="13119"/>
                  </a:lnTo>
                  <a:lnTo>
                    <a:pt x="154996" y="12976"/>
                  </a:lnTo>
                  <a:close/>
                  <a:moveTo>
                    <a:pt x="160842" y="12976"/>
                  </a:moveTo>
                  <a:lnTo>
                    <a:pt x="159844" y="13119"/>
                  </a:lnTo>
                  <a:lnTo>
                    <a:pt x="158846" y="12976"/>
                  </a:lnTo>
                  <a:close/>
                  <a:moveTo>
                    <a:pt x="172392" y="12976"/>
                  </a:moveTo>
                  <a:lnTo>
                    <a:pt x="173390" y="13119"/>
                  </a:lnTo>
                  <a:lnTo>
                    <a:pt x="172534" y="13119"/>
                  </a:lnTo>
                  <a:lnTo>
                    <a:pt x="171964" y="12976"/>
                  </a:lnTo>
                  <a:close/>
                  <a:moveTo>
                    <a:pt x="246681" y="12976"/>
                  </a:moveTo>
                  <a:lnTo>
                    <a:pt x="246824" y="13119"/>
                  </a:lnTo>
                  <a:lnTo>
                    <a:pt x="246681" y="13119"/>
                  </a:lnTo>
                  <a:lnTo>
                    <a:pt x="246681" y="12976"/>
                  </a:lnTo>
                  <a:close/>
                  <a:moveTo>
                    <a:pt x="249961" y="12834"/>
                  </a:moveTo>
                  <a:lnTo>
                    <a:pt x="249961" y="12976"/>
                  </a:lnTo>
                  <a:lnTo>
                    <a:pt x="249961" y="13119"/>
                  </a:lnTo>
                  <a:lnTo>
                    <a:pt x="249675" y="12976"/>
                  </a:lnTo>
                  <a:lnTo>
                    <a:pt x="249961" y="12834"/>
                  </a:lnTo>
                  <a:close/>
                  <a:moveTo>
                    <a:pt x="165262" y="13119"/>
                  </a:moveTo>
                  <a:lnTo>
                    <a:pt x="165547" y="13261"/>
                  </a:lnTo>
                  <a:lnTo>
                    <a:pt x="165547" y="13261"/>
                  </a:lnTo>
                  <a:lnTo>
                    <a:pt x="164977" y="13119"/>
                  </a:lnTo>
                  <a:close/>
                  <a:moveTo>
                    <a:pt x="13119" y="13119"/>
                  </a:moveTo>
                  <a:lnTo>
                    <a:pt x="13262" y="13261"/>
                  </a:lnTo>
                  <a:lnTo>
                    <a:pt x="12976" y="13261"/>
                  </a:lnTo>
                  <a:lnTo>
                    <a:pt x="12834" y="13119"/>
                  </a:lnTo>
                  <a:close/>
                  <a:moveTo>
                    <a:pt x="26522" y="12976"/>
                  </a:moveTo>
                  <a:lnTo>
                    <a:pt x="26522" y="13119"/>
                  </a:lnTo>
                  <a:lnTo>
                    <a:pt x="26237" y="13261"/>
                  </a:lnTo>
                  <a:lnTo>
                    <a:pt x="26095" y="13119"/>
                  </a:lnTo>
                  <a:lnTo>
                    <a:pt x="26522" y="12976"/>
                  </a:lnTo>
                  <a:close/>
                  <a:moveTo>
                    <a:pt x="137457" y="12976"/>
                  </a:moveTo>
                  <a:lnTo>
                    <a:pt x="137457" y="13119"/>
                  </a:lnTo>
                  <a:lnTo>
                    <a:pt x="137315" y="13261"/>
                  </a:lnTo>
                  <a:lnTo>
                    <a:pt x="137172" y="13119"/>
                  </a:lnTo>
                  <a:lnTo>
                    <a:pt x="137315" y="13119"/>
                  </a:lnTo>
                  <a:lnTo>
                    <a:pt x="137172" y="12976"/>
                  </a:lnTo>
                  <a:close/>
                  <a:moveTo>
                    <a:pt x="164549" y="13119"/>
                  </a:moveTo>
                  <a:lnTo>
                    <a:pt x="164549" y="13261"/>
                  </a:lnTo>
                  <a:lnTo>
                    <a:pt x="164407" y="13261"/>
                  </a:lnTo>
                  <a:lnTo>
                    <a:pt x="164264" y="13119"/>
                  </a:lnTo>
                  <a:close/>
                  <a:moveTo>
                    <a:pt x="243687" y="13119"/>
                  </a:moveTo>
                  <a:lnTo>
                    <a:pt x="243829" y="13261"/>
                  </a:lnTo>
                  <a:lnTo>
                    <a:pt x="243401" y="13261"/>
                  </a:lnTo>
                  <a:lnTo>
                    <a:pt x="243544" y="13119"/>
                  </a:lnTo>
                  <a:close/>
                  <a:moveTo>
                    <a:pt x="250674" y="13119"/>
                  </a:moveTo>
                  <a:lnTo>
                    <a:pt x="251101" y="13261"/>
                  </a:lnTo>
                  <a:lnTo>
                    <a:pt x="250674" y="13261"/>
                  </a:lnTo>
                  <a:lnTo>
                    <a:pt x="250674" y="13119"/>
                  </a:lnTo>
                  <a:close/>
                  <a:moveTo>
                    <a:pt x="142876" y="13261"/>
                  </a:moveTo>
                  <a:lnTo>
                    <a:pt x="142448" y="13404"/>
                  </a:lnTo>
                  <a:lnTo>
                    <a:pt x="142590" y="13261"/>
                  </a:lnTo>
                  <a:close/>
                  <a:moveTo>
                    <a:pt x="24954" y="13261"/>
                  </a:moveTo>
                  <a:lnTo>
                    <a:pt x="24669" y="13404"/>
                  </a:lnTo>
                  <a:lnTo>
                    <a:pt x="24384" y="13404"/>
                  </a:lnTo>
                  <a:lnTo>
                    <a:pt x="24954" y="13261"/>
                  </a:lnTo>
                  <a:close/>
                  <a:moveTo>
                    <a:pt x="135176" y="13261"/>
                  </a:moveTo>
                  <a:lnTo>
                    <a:pt x="135176" y="13404"/>
                  </a:lnTo>
                  <a:lnTo>
                    <a:pt x="135033" y="13261"/>
                  </a:lnTo>
                  <a:close/>
                  <a:moveTo>
                    <a:pt x="135889" y="13119"/>
                  </a:moveTo>
                  <a:lnTo>
                    <a:pt x="136174" y="13261"/>
                  </a:lnTo>
                  <a:lnTo>
                    <a:pt x="136602" y="13261"/>
                  </a:lnTo>
                  <a:lnTo>
                    <a:pt x="136459" y="13404"/>
                  </a:lnTo>
                  <a:lnTo>
                    <a:pt x="136174" y="13261"/>
                  </a:lnTo>
                  <a:lnTo>
                    <a:pt x="135461" y="13119"/>
                  </a:lnTo>
                  <a:close/>
                  <a:moveTo>
                    <a:pt x="162838" y="13261"/>
                  </a:moveTo>
                  <a:lnTo>
                    <a:pt x="163409" y="13404"/>
                  </a:lnTo>
                  <a:lnTo>
                    <a:pt x="162981" y="13404"/>
                  </a:lnTo>
                  <a:lnTo>
                    <a:pt x="162838" y="13261"/>
                  </a:lnTo>
                  <a:close/>
                  <a:moveTo>
                    <a:pt x="199341" y="13261"/>
                  </a:moveTo>
                  <a:lnTo>
                    <a:pt x="200054" y="13404"/>
                  </a:lnTo>
                  <a:lnTo>
                    <a:pt x="199769" y="13404"/>
                  </a:lnTo>
                  <a:lnTo>
                    <a:pt x="199341" y="13261"/>
                  </a:lnTo>
                  <a:close/>
                  <a:moveTo>
                    <a:pt x="249818" y="13261"/>
                  </a:moveTo>
                  <a:lnTo>
                    <a:pt x="249248" y="13404"/>
                  </a:lnTo>
                  <a:lnTo>
                    <a:pt x="249248" y="13261"/>
                  </a:lnTo>
                  <a:close/>
                  <a:moveTo>
                    <a:pt x="9982" y="13261"/>
                  </a:moveTo>
                  <a:lnTo>
                    <a:pt x="9982" y="13404"/>
                  </a:lnTo>
                  <a:lnTo>
                    <a:pt x="9697" y="13547"/>
                  </a:lnTo>
                  <a:lnTo>
                    <a:pt x="9697" y="13404"/>
                  </a:lnTo>
                  <a:lnTo>
                    <a:pt x="9839" y="13261"/>
                  </a:lnTo>
                  <a:close/>
                  <a:moveTo>
                    <a:pt x="11978" y="13404"/>
                  </a:moveTo>
                  <a:lnTo>
                    <a:pt x="11693" y="13547"/>
                  </a:lnTo>
                  <a:lnTo>
                    <a:pt x="11693" y="13404"/>
                  </a:lnTo>
                  <a:close/>
                  <a:moveTo>
                    <a:pt x="133892" y="13404"/>
                  </a:moveTo>
                  <a:lnTo>
                    <a:pt x="133750" y="13547"/>
                  </a:lnTo>
                  <a:lnTo>
                    <a:pt x="133465" y="13547"/>
                  </a:lnTo>
                  <a:lnTo>
                    <a:pt x="133465" y="13404"/>
                  </a:lnTo>
                  <a:close/>
                  <a:moveTo>
                    <a:pt x="150861" y="13404"/>
                  </a:moveTo>
                  <a:lnTo>
                    <a:pt x="151288" y="13547"/>
                  </a:lnTo>
                  <a:lnTo>
                    <a:pt x="150861" y="13547"/>
                  </a:lnTo>
                  <a:lnTo>
                    <a:pt x="150861" y="13404"/>
                  </a:lnTo>
                  <a:close/>
                  <a:moveTo>
                    <a:pt x="152001" y="13404"/>
                  </a:moveTo>
                  <a:lnTo>
                    <a:pt x="152572" y="13547"/>
                  </a:lnTo>
                  <a:lnTo>
                    <a:pt x="152001" y="13547"/>
                  </a:lnTo>
                  <a:lnTo>
                    <a:pt x="152001" y="13404"/>
                  </a:lnTo>
                  <a:close/>
                  <a:moveTo>
                    <a:pt x="153855" y="13404"/>
                  </a:moveTo>
                  <a:lnTo>
                    <a:pt x="154140" y="13547"/>
                  </a:lnTo>
                  <a:lnTo>
                    <a:pt x="153712" y="13547"/>
                  </a:lnTo>
                  <a:lnTo>
                    <a:pt x="153712" y="13404"/>
                  </a:lnTo>
                  <a:close/>
                  <a:moveTo>
                    <a:pt x="170253" y="13404"/>
                  </a:moveTo>
                  <a:lnTo>
                    <a:pt x="170395" y="13547"/>
                  </a:lnTo>
                  <a:lnTo>
                    <a:pt x="169968" y="13547"/>
                  </a:lnTo>
                  <a:lnTo>
                    <a:pt x="170253" y="13404"/>
                  </a:lnTo>
                  <a:close/>
                  <a:moveTo>
                    <a:pt x="177382" y="13404"/>
                  </a:moveTo>
                  <a:lnTo>
                    <a:pt x="177097" y="13547"/>
                  </a:lnTo>
                  <a:lnTo>
                    <a:pt x="176812" y="13404"/>
                  </a:lnTo>
                  <a:close/>
                  <a:moveTo>
                    <a:pt x="194065" y="13404"/>
                  </a:moveTo>
                  <a:lnTo>
                    <a:pt x="193780" y="13547"/>
                  </a:lnTo>
                  <a:lnTo>
                    <a:pt x="193638" y="13404"/>
                  </a:lnTo>
                  <a:close/>
                  <a:moveTo>
                    <a:pt x="196632" y="13404"/>
                  </a:moveTo>
                  <a:lnTo>
                    <a:pt x="196632" y="13547"/>
                  </a:lnTo>
                  <a:lnTo>
                    <a:pt x="196204" y="13547"/>
                  </a:lnTo>
                  <a:lnTo>
                    <a:pt x="196632" y="13404"/>
                  </a:lnTo>
                  <a:close/>
                  <a:moveTo>
                    <a:pt x="198201" y="13404"/>
                  </a:moveTo>
                  <a:lnTo>
                    <a:pt x="197915" y="13547"/>
                  </a:lnTo>
                  <a:lnTo>
                    <a:pt x="197488" y="13547"/>
                  </a:lnTo>
                  <a:lnTo>
                    <a:pt x="197060" y="13404"/>
                  </a:lnTo>
                  <a:close/>
                  <a:moveTo>
                    <a:pt x="144016" y="13547"/>
                  </a:moveTo>
                  <a:lnTo>
                    <a:pt x="144444" y="13689"/>
                  </a:lnTo>
                  <a:lnTo>
                    <a:pt x="144159" y="13689"/>
                  </a:lnTo>
                  <a:lnTo>
                    <a:pt x="144016" y="13547"/>
                  </a:lnTo>
                  <a:close/>
                  <a:moveTo>
                    <a:pt x="145727" y="13547"/>
                  </a:moveTo>
                  <a:lnTo>
                    <a:pt x="145442" y="13689"/>
                  </a:lnTo>
                  <a:lnTo>
                    <a:pt x="145157" y="13689"/>
                  </a:lnTo>
                  <a:lnTo>
                    <a:pt x="144729" y="13547"/>
                  </a:lnTo>
                  <a:close/>
                  <a:moveTo>
                    <a:pt x="149435" y="13547"/>
                  </a:moveTo>
                  <a:lnTo>
                    <a:pt x="149720" y="13689"/>
                  </a:lnTo>
                  <a:lnTo>
                    <a:pt x="148151" y="13689"/>
                  </a:lnTo>
                  <a:lnTo>
                    <a:pt x="148437" y="13547"/>
                  </a:lnTo>
                  <a:close/>
                  <a:moveTo>
                    <a:pt x="164834" y="13547"/>
                  </a:moveTo>
                  <a:lnTo>
                    <a:pt x="165262" y="13689"/>
                  </a:lnTo>
                  <a:lnTo>
                    <a:pt x="164549" y="13689"/>
                  </a:lnTo>
                  <a:lnTo>
                    <a:pt x="164834" y="13547"/>
                  </a:lnTo>
                  <a:close/>
                  <a:moveTo>
                    <a:pt x="190358" y="13547"/>
                  </a:moveTo>
                  <a:lnTo>
                    <a:pt x="189930" y="13689"/>
                  </a:lnTo>
                  <a:lnTo>
                    <a:pt x="189503" y="13547"/>
                  </a:lnTo>
                  <a:close/>
                  <a:moveTo>
                    <a:pt x="119206" y="13689"/>
                  </a:moveTo>
                  <a:lnTo>
                    <a:pt x="119206" y="13832"/>
                  </a:lnTo>
                  <a:lnTo>
                    <a:pt x="119063" y="13689"/>
                  </a:lnTo>
                  <a:close/>
                  <a:moveTo>
                    <a:pt x="181945" y="13689"/>
                  </a:moveTo>
                  <a:lnTo>
                    <a:pt x="181660" y="13832"/>
                  </a:lnTo>
                  <a:lnTo>
                    <a:pt x="181375" y="13832"/>
                  </a:lnTo>
                  <a:lnTo>
                    <a:pt x="181375" y="13689"/>
                  </a:lnTo>
                  <a:close/>
                  <a:moveTo>
                    <a:pt x="205473" y="13689"/>
                  </a:moveTo>
                  <a:lnTo>
                    <a:pt x="205045" y="13832"/>
                  </a:lnTo>
                  <a:lnTo>
                    <a:pt x="204902" y="13689"/>
                  </a:lnTo>
                  <a:close/>
                  <a:moveTo>
                    <a:pt x="242403" y="13547"/>
                  </a:moveTo>
                  <a:lnTo>
                    <a:pt x="242831" y="13689"/>
                  </a:lnTo>
                  <a:lnTo>
                    <a:pt x="242261" y="13689"/>
                  </a:lnTo>
                  <a:lnTo>
                    <a:pt x="242403" y="13832"/>
                  </a:lnTo>
                  <a:lnTo>
                    <a:pt x="241263" y="13832"/>
                  </a:lnTo>
                  <a:lnTo>
                    <a:pt x="241263" y="13689"/>
                  </a:lnTo>
                  <a:lnTo>
                    <a:pt x="241690" y="13547"/>
                  </a:lnTo>
                  <a:close/>
                  <a:moveTo>
                    <a:pt x="245398" y="12976"/>
                  </a:moveTo>
                  <a:lnTo>
                    <a:pt x="245113" y="13119"/>
                  </a:lnTo>
                  <a:lnTo>
                    <a:pt x="246111" y="13119"/>
                  </a:lnTo>
                  <a:lnTo>
                    <a:pt x="247109" y="13261"/>
                  </a:lnTo>
                  <a:lnTo>
                    <a:pt x="247394" y="13404"/>
                  </a:lnTo>
                  <a:lnTo>
                    <a:pt x="247394" y="13547"/>
                  </a:lnTo>
                  <a:lnTo>
                    <a:pt x="247394" y="13689"/>
                  </a:lnTo>
                  <a:lnTo>
                    <a:pt x="246966" y="13832"/>
                  </a:lnTo>
                  <a:lnTo>
                    <a:pt x="245826" y="13689"/>
                  </a:lnTo>
                  <a:lnTo>
                    <a:pt x="243972" y="13404"/>
                  </a:lnTo>
                  <a:lnTo>
                    <a:pt x="244827" y="13404"/>
                  </a:lnTo>
                  <a:lnTo>
                    <a:pt x="244685" y="13261"/>
                  </a:lnTo>
                  <a:lnTo>
                    <a:pt x="244685" y="13119"/>
                  </a:lnTo>
                  <a:lnTo>
                    <a:pt x="245398" y="12976"/>
                  </a:lnTo>
                  <a:close/>
                  <a:moveTo>
                    <a:pt x="159915" y="13832"/>
                  </a:moveTo>
                  <a:lnTo>
                    <a:pt x="159131" y="13974"/>
                  </a:lnTo>
                  <a:lnTo>
                    <a:pt x="160272" y="13974"/>
                  </a:lnTo>
                  <a:lnTo>
                    <a:pt x="160842" y="13832"/>
                  </a:lnTo>
                  <a:close/>
                  <a:moveTo>
                    <a:pt x="170176" y="13851"/>
                  </a:moveTo>
                  <a:lnTo>
                    <a:pt x="169683" y="13974"/>
                  </a:lnTo>
                  <a:lnTo>
                    <a:pt x="170408" y="13853"/>
                  </a:lnTo>
                  <a:lnTo>
                    <a:pt x="170408" y="13853"/>
                  </a:lnTo>
                  <a:lnTo>
                    <a:pt x="170176" y="13851"/>
                  </a:lnTo>
                  <a:close/>
                  <a:moveTo>
                    <a:pt x="172143" y="13872"/>
                  </a:moveTo>
                  <a:lnTo>
                    <a:pt x="172962" y="13974"/>
                  </a:lnTo>
                  <a:lnTo>
                    <a:pt x="173818" y="13974"/>
                  </a:lnTo>
                  <a:lnTo>
                    <a:pt x="173983" y="13892"/>
                  </a:lnTo>
                  <a:lnTo>
                    <a:pt x="173983" y="13892"/>
                  </a:lnTo>
                  <a:lnTo>
                    <a:pt x="172143" y="13872"/>
                  </a:lnTo>
                  <a:close/>
                  <a:moveTo>
                    <a:pt x="179450" y="13951"/>
                  </a:moveTo>
                  <a:lnTo>
                    <a:pt x="179379" y="13974"/>
                  </a:lnTo>
                  <a:lnTo>
                    <a:pt x="179949" y="13974"/>
                  </a:lnTo>
                  <a:lnTo>
                    <a:pt x="179930" y="13956"/>
                  </a:lnTo>
                  <a:lnTo>
                    <a:pt x="179930" y="13956"/>
                  </a:lnTo>
                  <a:lnTo>
                    <a:pt x="179450" y="13951"/>
                  </a:lnTo>
                  <a:close/>
                  <a:moveTo>
                    <a:pt x="183086" y="13689"/>
                  </a:moveTo>
                  <a:lnTo>
                    <a:pt x="183514" y="13832"/>
                  </a:lnTo>
                  <a:lnTo>
                    <a:pt x="183656" y="13832"/>
                  </a:lnTo>
                  <a:lnTo>
                    <a:pt x="183514" y="13974"/>
                  </a:lnTo>
                  <a:lnTo>
                    <a:pt x="183086" y="13974"/>
                  </a:lnTo>
                  <a:lnTo>
                    <a:pt x="183229" y="13832"/>
                  </a:lnTo>
                  <a:lnTo>
                    <a:pt x="183086" y="13832"/>
                  </a:lnTo>
                  <a:lnTo>
                    <a:pt x="183086" y="13689"/>
                  </a:lnTo>
                  <a:close/>
                  <a:moveTo>
                    <a:pt x="186080" y="13832"/>
                  </a:moveTo>
                  <a:lnTo>
                    <a:pt x="185653" y="13974"/>
                  </a:lnTo>
                  <a:lnTo>
                    <a:pt x="185653" y="13832"/>
                  </a:lnTo>
                  <a:close/>
                  <a:moveTo>
                    <a:pt x="210035" y="13832"/>
                  </a:moveTo>
                  <a:lnTo>
                    <a:pt x="211604" y="13974"/>
                  </a:lnTo>
                  <a:lnTo>
                    <a:pt x="210178" y="13974"/>
                  </a:lnTo>
                  <a:lnTo>
                    <a:pt x="210035" y="13832"/>
                  </a:lnTo>
                  <a:close/>
                  <a:moveTo>
                    <a:pt x="242974" y="13689"/>
                  </a:moveTo>
                  <a:lnTo>
                    <a:pt x="243687" y="13832"/>
                  </a:lnTo>
                  <a:lnTo>
                    <a:pt x="243829" y="13974"/>
                  </a:lnTo>
                  <a:lnTo>
                    <a:pt x="242546" y="13832"/>
                  </a:lnTo>
                  <a:lnTo>
                    <a:pt x="242974" y="13689"/>
                  </a:lnTo>
                  <a:close/>
                  <a:moveTo>
                    <a:pt x="245398" y="13689"/>
                  </a:moveTo>
                  <a:lnTo>
                    <a:pt x="245968" y="13832"/>
                  </a:lnTo>
                  <a:lnTo>
                    <a:pt x="245683" y="13974"/>
                  </a:lnTo>
                  <a:lnTo>
                    <a:pt x="244542" y="13832"/>
                  </a:lnTo>
                  <a:lnTo>
                    <a:pt x="244685" y="13689"/>
                  </a:lnTo>
                  <a:close/>
                  <a:moveTo>
                    <a:pt x="246538" y="13832"/>
                  </a:moveTo>
                  <a:lnTo>
                    <a:pt x="246824" y="13974"/>
                  </a:lnTo>
                  <a:lnTo>
                    <a:pt x="246253" y="13974"/>
                  </a:lnTo>
                  <a:lnTo>
                    <a:pt x="246253" y="13832"/>
                  </a:lnTo>
                  <a:close/>
                  <a:moveTo>
                    <a:pt x="249533" y="13547"/>
                  </a:moveTo>
                  <a:lnTo>
                    <a:pt x="249818" y="13689"/>
                  </a:lnTo>
                  <a:lnTo>
                    <a:pt x="249533" y="13974"/>
                  </a:lnTo>
                  <a:lnTo>
                    <a:pt x="249248" y="13974"/>
                  </a:lnTo>
                  <a:lnTo>
                    <a:pt x="248962" y="13832"/>
                  </a:lnTo>
                  <a:lnTo>
                    <a:pt x="248535" y="13689"/>
                  </a:lnTo>
                  <a:lnTo>
                    <a:pt x="249105" y="13547"/>
                  </a:lnTo>
                  <a:close/>
                  <a:moveTo>
                    <a:pt x="259514" y="13832"/>
                  </a:moveTo>
                  <a:lnTo>
                    <a:pt x="259372" y="13974"/>
                  </a:lnTo>
                  <a:lnTo>
                    <a:pt x="259086" y="13974"/>
                  </a:lnTo>
                  <a:lnTo>
                    <a:pt x="259372" y="13832"/>
                  </a:lnTo>
                  <a:close/>
                  <a:moveTo>
                    <a:pt x="162981" y="13974"/>
                  </a:moveTo>
                  <a:lnTo>
                    <a:pt x="162696" y="14117"/>
                  </a:lnTo>
                  <a:lnTo>
                    <a:pt x="162696" y="14117"/>
                  </a:lnTo>
                  <a:lnTo>
                    <a:pt x="163266" y="13974"/>
                  </a:lnTo>
                  <a:close/>
                  <a:moveTo>
                    <a:pt x="204760" y="13974"/>
                  </a:moveTo>
                  <a:lnTo>
                    <a:pt x="204902" y="14117"/>
                  </a:lnTo>
                  <a:lnTo>
                    <a:pt x="204902" y="14117"/>
                  </a:lnTo>
                  <a:lnTo>
                    <a:pt x="204332" y="13974"/>
                  </a:lnTo>
                  <a:close/>
                  <a:moveTo>
                    <a:pt x="13689" y="13974"/>
                  </a:moveTo>
                  <a:lnTo>
                    <a:pt x="13832" y="14117"/>
                  </a:lnTo>
                  <a:lnTo>
                    <a:pt x="13262" y="14117"/>
                  </a:lnTo>
                  <a:lnTo>
                    <a:pt x="13689" y="13974"/>
                  </a:lnTo>
                  <a:close/>
                  <a:moveTo>
                    <a:pt x="118921" y="13974"/>
                  </a:moveTo>
                  <a:lnTo>
                    <a:pt x="118350" y="14117"/>
                  </a:lnTo>
                  <a:lnTo>
                    <a:pt x="118065" y="14117"/>
                  </a:lnTo>
                  <a:lnTo>
                    <a:pt x="117922" y="13974"/>
                  </a:lnTo>
                  <a:close/>
                  <a:moveTo>
                    <a:pt x="245968" y="13974"/>
                  </a:moveTo>
                  <a:lnTo>
                    <a:pt x="246396" y="14117"/>
                  </a:lnTo>
                  <a:lnTo>
                    <a:pt x="245968" y="14117"/>
                  </a:lnTo>
                  <a:lnTo>
                    <a:pt x="245968" y="13974"/>
                  </a:lnTo>
                  <a:close/>
                  <a:moveTo>
                    <a:pt x="243544" y="13974"/>
                  </a:moveTo>
                  <a:lnTo>
                    <a:pt x="243544" y="14117"/>
                  </a:lnTo>
                  <a:lnTo>
                    <a:pt x="243687" y="14259"/>
                  </a:lnTo>
                  <a:lnTo>
                    <a:pt x="243687" y="14259"/>
                  </a:lnTo>
                  <a:lnTo>
                    <a:pt x="243116" y="14117"/>
                  </a:lnTo>
                  <a:lnTo>
                    <a:pt x="243259" y="14117"/>
                  </a:lnTo>
                  <a:lnTo>
                    <a:pt x="243544" y="13974"/>
                  </a:lnTo>
                  <a:close/>
                  <a:moveTo>
                    <a:pt x="13547" y="13689"/>
                  </a:moveTo>
                  <a:lnTo>
                    <a:pt x="13262" y="13974"/>
                  </a:lnTo>
                  <a:lnTo>
                    <a:pt x="12549" y="13974"/>
                  </a:lnTo>
                  <a:lnTo>
                    <a:pt x="12549" y="14117"/>
                  </a:lnTo>
                  <a:lnTo>
                    <a:pt x="12406" y="14117"/>
                  </a:lnTo>
                  <a:lnTo>
                    <a:pt x="11978" y="14259"/>
                  </a:lnTo>
                  <a:lnTo>
                    <a:pt x="12549" y="13974"/>
                  </a:lnTo>
                  <a:lnTo>
                    <a:pt x="11693" y="13974"/>
                  </a:lnTo>
                  <a:lnTo>
                    <a:pt x="12834" y="13832"/>
                  </a:lnTo>
                  <a:lnTo>
                    <a:pt x="13262" y="13832"/>
                  </a:lnTo>
                  <a:lnTo>
                    <a:pt x="13262" y="13689"/>
                  </a:lnTo>
                  <a:close/>
                  <a:moveTo>
                    <a:pt x="12976" y="14117"/>
                  </a:moveTo>
                  <a:lnTo>
                    <a:pt x="12976" y="14259"/>
                  </a:lnTo>
                  <a:lnTo>
                    <a:pt x="12834" y="14117"/>
                  </a:lnTo>
                  <a:close/>
                  <a:moveTo>
                    <a:pt x="111934" y="14117"/>
                  </a:moveTo>
                  <a:lnTo>
                    <a:pt x="111934" y="14259"/>
                  </a:lnTo>
                  <a:lnTo>
                    <a:pt x="111791" y="14117"/>
                  </a:lnTo>
                  <a:close/>
                  <a:moveTo>
                    <a:pt x="116069" y="14117"/>
                  </a:moveTo>
                  <a:lnTo>
                    <a:pt x="116069" y="14259"/>
                  </a:lnTo>
                  <a:lnTo>
                    <a:pt x="114073" y="14259"/>
                  </a:lnTo>
                  <a:lnTo>
                    <a:pt x="115356" y="14117"/>
                  </a:lnTo>
                  <a:close/>
                  <a:moveTo>
                    <a:pt x="242689" y="14117"/>
                  </a:moveTo>
                  <a:lnTo>
                    <a:pt x="243401" y="14259"/>
                  </a:lnTo>
                  <a:lnTo>
                    <a:pt x="242831" y="14259"/>
                  </a:lnTo>
                  <a:lnTo>
                    <a:pt x="242689" y="14117"/>
                  </a:lnTo>
                  <a:close/>
                  <a:moveTo>
                    <a:pt x="254381" y="13832"/>
                  </a:moveTo>
                  <a:lnTo>
                    <a:pt x="254666" y="13974"/>
                  </a:lnTo>
                  <a:lnTo>
                    <a:pt x="254523" y="14117"/>
                  </a:lnTo>
                  <a:lnTo>
                    <a:pt x="254238" y="14259"/>
                  </a:lnTo>
                  <a:lnTo>
                    <a:pt x="253811" y="14117"/>
                  </a:lnTo>
                  <a:lnTo>
                    <a:pt x="253811" y="13974"/>
                  </a:lnTo>
                  <a:lnTo>
                    <a:pt x="253953" y="13974"/>
                  </a:lnTo>
                  <a:lnTo>
                    <a:pt x="254381" y="13832"/>
                  </a:lnTo>
                  <a:close/>
                  <a:moveTo>
                    <a:pt x="118493" y="14259"/>
                  </a:moveTo>
                  <a:lnTo>
                    <a:pt x="118635" y="14402"/>
                  </a:lnTo>
                  <a:lnTo>
                    <a:pt x="118208" y="14259"/>
                  </a:lnTo>
                  <a:close/>
                  <a:moveTo>
                    <a:pt x="197488" y="14259"/>
                  </a:moveTo>
                  <a:lnTo>
                    <a:pt x="197488" y="14402"/>
                  </a:lnTo>
                  <a:lnTo>
                    <a:pt x="197202" y="14402"/>
                  </a:lnTo>
                  <a:lnTo>
                    <a:pt x="197488" y="14259"/>
                  </a:lnTo>
                  <a:close/>
                  <a:moveTo>
                    <a:pt x="208610" y="13832"/>
                  </a:moveTo>
                  <a:lnTo>
                    <a:pt x="209608" y="13974"/>
                  </a:lnTo>
                  <a:lnTo>
                    <a:pt x="210035" y="14117"/>
                  </a:lnTo>
                  <a:lnTo>
                    <a:pt x="210178" y="14402"/>
                  </a:lnTo>
                  <a:lnTo>
                    <a:pt x="209750" y="14402"/>
                  </a:lnTo>
                  <a:lnTo>
                    <a:pt x="209323" y="14259"/>
                  </a:lnTo>
                  <a:lnTo>
                    <a:pt x="209037" y="14117"/>
                  </a:lnTo>
                  <a:lnTo>
                    <a:pt x="208752" y="13974"/>
                  </a:lnTo>
                  <a:lnTo>
                    <a:pt x="208039" y="13832"/>
                  </a:lnTo>
                  <a:close/>
                  <a:moveTo>
                    <a:pt x="242261" y="14259"/>
                  </a:moveTo>
                  <a:lnTo>
                    <a:pt x="242546" y="14402"/>
                  </a:lnTo>
                  <a:lnTo>
                    <a:pt x="242118" y="14402"/>
                  </a:lnTo>
                  <a:lnTo>
                    <a:pt x="242118" y="14259"/>
                  </a:lnTo>
                  <a:close/>
                  <a:moveTo>
                    <a:pt x="244970" y="13974"/>
                  </a:moveTo>
                  <a:lnTo>
                    <a:pt x="245113" y="14117"/>
                  </a:lnTo>
                  <a:lnTo>
                    <a:pt x="245113" y="14402"/>
                  </a:lnTo>
                  <a:lnTo>
                    <a:pt x="244542" y="14402"/>
                  </a:lnTo>
                  <a:lnTo>
                    <a:pt x="244685" y="14259"/>
                  </a:lnTo>
                  <a:lnTo>
                    <a:pt x="244827" y="14117"/>
                  </a:lnTo>
                  <a:lnTo>
                    <a:pt x="244542" y="13974"/>
                  </a:lnTo>
                  <a:close/>
                  <a:moveTo>
                    <a:pt x="245826" y="14117"/>
                  </a:moveTo>
                  <a:lnTo>
                    <a:pt x="246253" y="14259"/>
                  </a:lnTo>
                  <a:lnTo>
                    <a:pt x="246253" y="14402"/>
                  </a:lnTo>
                  <a:lnTo>
                    <a:pt x="245826" y="14117"/>
                  </a:lnTo>
                  <a:close/>
                  <a:moveTo>
                    <a:pt x="247537" y="14259"/>
                  </a:moveTo>
                  <a:lnTo>
                    <a:pt x="247537" y="14402"/>
                  </a:lnTo>
                  <a:lnTo>
                    <a:pt x="247109" y="14259"/>
                  </a:lnTo>
                  <a:close/>
                  <a:moveTo>
                    <a:pt x="247964" y="14259"/>
                  </a:moveTo>
                  <a:lnTo>
                    <a:pt x="248250" y="14402"/>
                  </a:lnTo>
                  <a:lnTo>
                    <a:pt x="247964" y="14402"/>
                  </a:lnTo>
                  <a:lnTo>
                    <a:pt x="247964" y="14259"/>
                  </a:lnTo>
                  <a:close/>
                  <a:moveTo>
                    <a:pt x="111934" y="14402"/>
                  </a:moveTo>
                  <a:lnTo>
                    <a:pt x="111934" y="14545"/>
                  </a:lnTo>
                  <a:lnTo>
                    <a:pt x="111791" y="14402"/>
                  </a:lnTo>
                  <a:close/>
                  <a:moveTo>
                    <a:pt x="248677" y="14259"/>
                  </a:moveTo>
                  <a:lnTo>
                    <a:pt x="248820" y="14402"/>
                  </a:lnTo>
                  <a:lnTo>
                    <a:pt x="249390" y="14402"/>
                  </a:lnTo>
                  <a:lnTo>
                    <a:pt x="249105" y="14545"/>
                  </a:lnTo>
                  <a:lnTo>
                    <a:pt x="248677" y="14402"/>
                  </a:lnTo>
                  <a:lnTo>
                    <a:pt x="248677" y="14259"/>
                  </a:lnTo>
                  <a:close/>
                  <a:moveTo>
                    <a:pt x="220730" y="14545"/>
                  </a:moveTo>
                  <a:lnTo>
                    <a:pt x="220159" y="14687"/>
                  </a:lnTo>
                  <a:lnTo>
                    <a:pt x="220159" y="14687"/>
                  </a:lnTo>
                  <a:lnTo>
                    <a:pt x="220445" y="14545"/>
                  </a:lnTo>
                  <a:close/>
                  <a:moveTo>
                    <a:pt x="12406" y="14259"/>
                  </a:moveTo>
                  <a:lnTo>
                    <a:pt x="12121" y="14402"/>
                  </a:lnTo>
                  <a:lnTo>
                    <a:pt x="11836" y="14545"/>
                  </a:lnTo>
                  <a:lnTo>
                    <a:pt x="12549" y="14545"/>
                  </a:lnTo>
                  <a:lnTo>
                    <a:pt x="12406" y="14687"/>
                  </a:lnTo>
                  <a:lnTo>
                    <a:pt x="11836" y="14545"/>
                  </a:lnTo>
                  <a:lnTo>
                    <a:pt x="11978" y="14402"/>
                  </a:lnTo>
                  <a:lnTo>
                    <a:pt x="12121" y="14259"/>
                  </a:lnTo>
                  <a:close/>
                  <a:moveTo>
                    <a:pt x="15971" y="13119"/>
                  </a:moveTo>
                  <a:lnTo>
                    <a:pt x="15971" y="13261"/>
                  </a:lnTo>
                  <a:lnTo>
                    <a:pt x="15400" y="13404"/>
                  </a:lnTo>
                  <a:lnTo>
                    <a:pt x="15828" y="13404"/>
                  </a:lnTo>
                  <a:lnTo>
                    <a:pt x="15543" y="13547"/>
                  </a:lnTo>
                  <a:lnTo>
                    <a:pt x="15828" y="13547"/>
                  </a:lnTo>
                  <a:lnTo>
                    <a:pt x="15971" y="13689"/>
                  </a:lnTo>
                  <a:lnTo>
                    <a:pt x="15258" y="13689"/>
                  </a:lnTo>
                  <a:lnTo>
                    <a:pt x="15400" y="13832"/>
                  </a:lnTo>
                  <a:lnTo>
                    <a:pt x="15400" y="13974"/>
                  </a:lnTo>
                  <a:lnTo>
                    <a:pt x="14830" y="14259"/>
                  </a:lnTo>
                  <a:lnTo>
                    <a:pt x="13974" y="14687"/>
                  </a:lnTo>
                  <a:lnTo>
                    <a:pt x="13547" y="14687"/>
                  </a:lnTo>
                  <a:lnTo>
                    <a:pt x="13119" y="14545"/>
                  </a:lnTo>
                  <a:lnTo>
                    <a:pt x="12976" y="14402"/>
                  </a:lnTo>
                  <a:lnTo>
                    <a:pt x="13262" y="14259"/>
                  </a:lnTo>
                  <a:lnTo>
                    <a:pt x="13974" y="14117"/>
                  </a:lnTo>
                  <a:lnTo>
                    <a:pt x="14402" y="13974"/>
                  </a:lnTo>
                  <a:lnTo>
                    <a:pt x="13832" y="13832"/>
                  </a:lnTo>
                  <a:lnTo>
                    <a:pt x="14545" y="13547"/>
                  </a:lnTo>
                  <a:lnTo>
                    <a:pt x="15400" y="13547"/>
                  </a:lnTo>
                  <a:lnTo>
                    <a:pt x="14830" y="13261"/>
                  </a:lnTo>
                  <a:lnTo>
                    <a:pt x="14687" y="13261"/>
                  </a:lnTo>
                  <a:lnTo>
                    <a:pt x="15400" y="13119"/>
                  </a:lnTo>
                  <a:close/>
                  <a:moveTo>
                    <a:pt x="109367" y="14545"/>
                  </a:moveTo>
                  <a:lnTo>
                    <a:pt x="109367" y="14687"/>
                  </a:lnTo>
                  <a:lnTo>
                    <a:pt x="108939" y="14545"/>
                  </a:lnTo>
                  <a:close/>
                  <a:moveTo>
                    <a:pt x="250959" y="14259"/>
                  </a:moveTo>
                  <a:lnTo>
                    <a:pt x="250959" y="14687"/>
                  </a:lnTo>
                  <a:lnTo>
                    <a:pt x="250531" y="14545"/>
                  </a:lnTo>
                  <a:lnTo>
                    <a:pt x="250674" y="14402"/>
                  </a:lnTo>
                  <a:lnTo>
                    <a:pt x="250531" y="14402"/>
                  </a:lnTo>
                  <a:lnTo>
                    <a:pt x="250531" y="14259"/>
                  </a:lnTo>
                  <a:close/>
                  <a:moveTo>
                    <a:pt x="251529" y="14545"/>
                  </a:moveTo>
                  <a:lnTo>
                    <a:pt x="251529" y="14687"/>
                  </a:lnTo>
                  <a:lnTo>
                    <a:pt x="251244" y="14687"/>
                  </a:lnTo>
                  <a:lnTo>
                    <a:pt x="251244" y="14545"/>
                  </a:lnTo>
                  <a:close/>
                  <a:moveTo>
                    <a:pt x="259657" y="14545"/>
                  </a:moveTo>
                  <a:lnTo>
                    <a:pt x="259799" y="14687"/>
                  </a:lnTo>
                  <a:lnTo>
                    <a:pt x="259657" y="14687"/>
                  </a:lnTo>
                  <a:lnTo>
                    <a:pt x="259657" y="14545"/>
                  </a:lnTo>
                  <a:close/>
                  <a:moveTo>
                    <a:pt x="107941" y="14687"/>
                  </a:moveTo>
                  <a:lnTo>
                    <a:pt x="107317" y="14812"/>
                  </a:lnTo>
                  <a:lnTo>
                    <a:pt x="107317" y="14812"/>
                  </a:lnTo>
                  <a:lnTo>
                    <a:pt x="106943" y="14687"/>
                  </a:lnTo>
                  <a:close/>
                  <a:moveTo>
                    <a:pt x="213030" y="13974"/>
                  </a:moveTo>
                  <a:lnTo>
                    <a:pt x="213885" y="14117"/>
                  </a:lnTo>
                  <a:lnTo>
                    <a:pt x="216167" y="14259"/>
                  </a:lnTo>
                  <a:lnTo>
                    <a:pt x="218306" y="14402"/>
                  </a:lnTo>
                  <a:lnTo>
                    <a:pt x="219161" y="14402"/>
                  </a:lnTo>
                  <a:lnTo>
                    <a:pt x="219446" y="14545"/>
                  </a:lnTo>
                  <a:lnTo>
                    <a:pt x="219589" y="14687"/>
                  </a:lnTo>
                  <a:lnTo>
                    <a:pt x="219019" y="14830"/>
                  </a:lnTo>
                  <a:lnTo>
                    <a:pt x="214884" y="14830"/>
                  </a:lnTo>
                  <a:lnTo>
                    <a:pt x="213600" y="14687"/>
                  </a:lnTo>
                  <a:lnTo>
                    <a:pt x="212887" y="14402"/>
                  </a:lnTo>
                  <a:lnTo>
                    <a:pt x="212887" y="14259"/>
                  </a:lnTo>
                  <a:lnTo>
                    <a:pt x="213030" y="13974"/>
                  </a:lnTo>
                  <a:close/>
                  <a:moveTo>
                    <a:pt x="242546" y="14687"/>
                  </a:moveTo>
                  <a:lnTo>
                    <a:pt x="242974" y="14830"/>
                  </a:lnTo>
                  <a:lnTo>
                    <a:pt x="242831" y="14830"/>
                  </a:lnTo>
                  <a:lnTo>
                    <a:pt x="242546" y="14687"/>
                  </a:lnTo>
                  <a:close/>
                  <a:moveTo>
                    <a:pt x="11123" y="14830"/>
                  </a:moveTo>
                  <a:lnTo>
                    <a:pt x="11265" y="14972"/>
                  </a:lnTo>
                  <a:lnTo>
                    <a:pt x="10695" y="14972"/>
                  </a:lnTo>
                  <a:lnTo>
                    <a:pt x="10980" y="14830"/>
                  </a:lnTo>
                  <a:close/>
                  <a:moveTo>
                    <a:pt x="12549" y="14830"/>
                  </a:moveTo>
                  <a:lnTo>
                    <a:pt x="12691" y="14972"/>
                  </a:lnTo>
                  <a:lnTo>
                    <a:pt x="12263" y="14972"/>
                  </a:lnTo>
                  <a:lnTo>
                    <a:pt x="12406" y="14830"/>
                  </a:lnTo>
                  <a:close/>
                  <a:moveTo>
                    <a:pt x="13974" y="14830"/>
                  </a:moveTo>
                  <a:lnTo>
                    <a:pt x="13974" y="14972"/>
                  </a:lnTo>
                  <a:lnTo>
                    <a:pt x="13832" y="14830"/>
                  </a:lnTo>
                  <a:close/>
                  <a:moveTo>
                    <a:pt x="108654" y="14830"/>
                  </a:moveTo>
                  <a:lnTo>
                    <a:pt x="107799" y="14972"/>
                  </a:lnTo>
                  <a:lnTo>
                    <a:pt x="107799" y="14830"/>
                  </a:lnTo>
                  <a:close/>
                  <a:moveTo>
                    <a:pt x="115356" y="14726"/>
                  </a:moveTo>
                  <a:lnTo>
                    <a:pt x="115009" y="14749"/>
                  </a:lnTo>
                  <a:lnTo>
                    <a:pt x="115009" y="14749"/>
                  </a:lnTo>
                  <a:lnTo>
                    <a:pt x="114928" y="14830"/>
                  </a:lnTo>
                  <a:lnTo>
                    <a:pt x="114785" y="14830"/>
                  </a:lnTo>
                  <a:lnTo>
                    <a:pt x="115071" y="14972"/>
                  </a:lnTo>
                  <a:lnTo>
                    <a:pt x="115498" y="14830"/>
                  </a:lnTo>
                  <a:lnTo>
                    <a:pt x="115356" y="14830"/>
                  </a:lnTo>
                  <a:lnTo>
                    <a:pt x="115356" y="14726"/>
                  </a:lnTo>
                  <a:close/>
                  <a:moveTo>
                    <a:pt x="221157" y="14687"/>
                  </a:moveTo>
                  <a:lnTo>
                    <a:pt x="221157" y="14830"/>
                  </a:lnTo>
                  <a:lnTo>
                    <a:pt x="220730" y="14830"/>
                  </a:lnTo>
                  <a:lnTo>
                    <a:pt x="220872" y="14972"/>
                  </a:lnTo>
                  <a:lnTo>
                    <a:pt x="220587" y="14972"/>
                  </a:lnTo>
                  <a:lnTo>
                    <a:pt x="220730" y="14830"/>
                  </a:lnTo>
                  <a:lnTo>
                    <a:pt x="220445" y="14830"/>
                  </a:lnTo>
                  <a:lnTo>
                    <a:pt x="221157" y="14687"/>
                  </a:lnTo>
                  <a:close/>
                  <a:moveTo>
                    <a:pt x="221728" y="14830"/>
                  </a:moveTo>
                  <a:lnTo>
                    <a:pt x="222013" y="14972"/>
                  </a:lnTo>
                  <a:lnTo>
                    <a:pt x="221728" y="14972"/>
                  </a:lnTo>
                  <a:lnTo>
                    <a:pt x="221728" y="14830"/>
                  </a:lnTo>
                  <a:close/>
                  <a:moveTo>
                    <a:pt x="224294" y="14830"/>
                  </a:moveTo>
                  <a:lnTo>
                    <a:pt x="224294" y="14972"/>
                  </a:lnTo>
                  <a:lnTo>
                    <a:pt x="224009" y="14972"/>
                  </a:lnTo>
                  <a:lnTo>
                    <a:pt x="224294" y="14830"/>
                  </a:lnTo>
                  <a:close/>
                  <a:moveTo>
                    <a:pt x="114643" y="14972"/>
                  </a:moveTo>
                  <a:lnTo>
                    <a:pt x="114215" y="15115"/>
                  </a:lnTo>
                  <a:lnTo>
                    <a:pt x="115071" y="15115"/>
                  </a:lnTo>
                  <a:lnTo>
                    <a:pt x="114643" y="14972"/>
                  </a:lnTo>
                  <a:close/>
                  <a:moveTo>
                    <a:pt x="244257" y="14545"/>
                  </a:moveTo>
                  <a:lnTo>
                    <a:pt x="245968" y="14972"/>
                  </a:lnTo>
                  <a:lnTo>
                    <a:pt x="245255" y="15115"/>
                  </a:lnTo>
                  <a:lnTo>
                    <a:pt x="244257" y="14972"/>
                  </a:lnTo>
                  <a:lnTo>
                    <a:pt x="243259" y="14687"/>
                  </a:lnTo>
                  <a:lnTo>
                    <a:pt x="243544" y="14545"/>
                  </a:lnTo>
                  <a:close/>
                  <a:moveTo>
                    <a:pt x="246396" y="15115"/>
                  </a:moveTo>
                  <a:lnTo>
                    <a:pt x="246396" y="15258"/>
                  </a:lnTo>
                  <a:lnTo>
                    <a:pt x="245968" y="15115"/>
                  </a:lnTo>
                  <a:close/>
                  <a:moveTo>
                    <a:pt x="249675" y="14687"/>
                  </a:moveTo>
                  <a:lnTo>
                    <a:pt x="250246" y="14830"/>
                  </a:lnTo>
                  <a:lnTo>
                    <a:pt x="251529" y="14830"/>
                  </a:lnTo>
                  <a:lnTo>
                    <a:pt x="252527" y="14972"/>
                  </a:lnTo>
                  <a:lnTo>
                    <a:pt x="252670" y="14972"/>
                  </a:lnTo>
                  <a:lnTo>
                    <a:pt x="252527" y="15115"/>
                  </a:lnTo>
                  <a:lnTo>
                    <a:pt x="252812" y="15258"/>
                  </a:lnTo>
                  <a:lnTo>
                    <a:pt x="249961" y="15258"/>
                  </a:lnTo>
                  <a:lnTo>
                    <a:pt x="248820" y="15115"/>
                  </a:lnTo>
                  <a:lnTo>
                    <a:pt x="249105" y="15115"/>
                  </a:lnTo>
                  <a:lnTo>
                    <a:pt x="248250" y="14972"/>
                  </a:lnTo>
                  <a:lnTo>
                    <a:pt x="249105" y="14830"/>
                  </a:lnTo>
                  <a:lnTo>
                    <a:pt x="249390" y="14687"/>
                  </a:lnTo>
                  <a:close/>
                  <a:moveTo>
                    <a:pt x="111221" y="15258"/>
                  </a:moveTo>
                  <a:lnTo>
                    <a:pt x="110936" y="15400"/>
                  </a:lnTo>
                  <a:lnTo>
                    <a:pt x="111506" y="15400"/>
                  </a:lnTo>
                  <a:lnTo>
                    <a:pt x="111221" y="15258"/>
                  </a:lnTo>
                  <a:close/>
                  <a:moveTo>
                    <a:pt x="245826" y="15258"/>
                  </a:moveTo>
                  <a:lnTo>
                    <a:pt x="245968" y="15400"/>
                  </a:lnTo>
                  <a:lnTo>
                    <a:pt x="245683" y="15400"/>
                  </a:lnTo>
                  <a:lnTo>
                    <a:pt x="245113" y="15258"/>
                  </a:lnTo>
                  <a:close/>
                  <a:moveTo>
                    <a:pt x="7986" y="15258"/>
                  </a:moveTo>
                  <a:lnTo>
                    <a:pt x="7843" y="15400"/>
                  </a:lnTo>
                  <a:lnTo>
                    <a:pt x="7823" y="15421"/>
                  </a:lnTo>
                  <a:lnTo>
                    <a:pt x="7823" y="15421"/>
                  </a:lnTo>
                  <a:lnTo>
                    <a:pt x="7986" y="15400"/>
                  </a:lnTo>
                  <a:lnTo>
                    <a:pt x="8128" y="15400"/>
                  </a:lnTo>
                  <a:lnTo>
                    <a:pt x="7986" y="15258"/>
                  </a:lnTo>
                  <a:close/>
                  <a:moveTo>
                    <a:pt x="101952" y="15258"/>
                  </a:moveTo>
                  <a:lnTo>
                    <a:pt x="101810" y="15400"/>
                  </a:lnTo>
                  <a:lnTo>
                    <a:pt x="100812" y="15543"/>
                  </a:lnTo>
                  <a:lnTo>
                    <a:pt x="100384" y="15543"/>
                  </a:lnTo>
                  <a:lnTo>
                    <a:pt x="100526" y="15400"/>
                  </a:lnTo>
                  <a:lnTo>
                    <a:pt x="101239" y="15400"/>
                  </a:lnTo>
                  <a:lnTo>
                    <a:pt x="101952" y="15258"/>
                  </a:lnTo>
                  <a:close/>
                  <a:moveTo>
                    <a:pt x="95251" y="15543"/>
                  </a:moveTo>
                  <a:lnTo>
                    <a:pt x="94538" y="15685"/>
                  </a:lnTo>
                  <a:lnTo>
                    <a:pt x="94538" y="15685"/>
                  </a:lnTo>
                  <a:lnTo>
                    <a:pt x="94965" y="15543"/>
                  </a:lnTo>
                  <a:close/>
                  <a:moveTo>
                    <a:pt x="7558" y="15543"/>
                  </a:moveTo>
                  <a:lnTo>
                    <a:pt x="6988" y="15685"/>
                  </a:lnTo>
                  <a:lnTo>
                    <a:pt x="6988" y="15685"/>
                  </a:lnTo>
                  <a:lnTo>
                    <a:pt x="7273" y="15543"/>
                  </a:lnTo>
                  <a:close/>
                  <a:moveTo>
                    <a:pt x="94110" y="15543"/>
                  </a:moveTo>
                  <a:lnTo>
                    <a:pt x="94110" y="15685"/>
                  </a:lnTo>
                  <a:lnTo>
                    <a:pt x="93967" y="15543"/>
                  </a:lnTo>
                  <a:close/>
                  <a:moveTo>
                    <a:pt x="98958" y="15543"/>
                  </a:moveTo>
                  <a:lnTo>
                    <a:pt x="99101" y="15685"/>
                  </a:lnTo>
                  <a:lnTo>
                    <a:pt x="98958" y="15685"/>
                  </a:lnTo>
                  <a:lnTo>
                    <a:pt x="98815" y="15543"/>
                  </a:lnTo>
                  <a:close/>
                  <a:moveTo>
                    <a:pt x="254096" y="14972"/>
                  </a:moveTo>
                  <a:lnTo>
                    <a:pt x="254238" y="15115"/>
                  </a:lnTo>
                  <a:lnTo>
                    <a:pt x="254238" y="15258"/>
                  </a:lnTo>
                  <a:lnTo>
                    <a:pt x="254523" y="15400"/>
                  </a:lnTo>
                  <a:lnTo>
                    <a:pt x="254096" y="15400"/>
                  </a:lnTo>
                  <a:lnTo>
                    <a:pt x="254238" y="15543"/>
                  </a:lnTo>
                  <a:lnTo>
                    <a:pt x="254381" y="15685"/>
                  </a:lnTo>
                  <a:lnTo>
                    <a:pt x="253811" y="15685"/>
                  </a:lnTo>
                  <a:lnTo>
                    <a:pt x="254238" y="15543"/>
                  </a:lnTo>
                  <a:lnTo>
                    <a:pt x="253383" y="15543"/>
                  </a:lnTo>
                  <a:lnTo>
                    <a:pt x="253240" y="15685"/>
                  </a:lnTo>
                  <a:lnTo>
                    <a:pt x="252812" y="15685"/>
                  </a:lnTo>
                  <a:lnTo>
                    <a:pt x="252812" y="15543"/>
                  </a:lnTo>
                  <a:lnTo>
                    <a:pt x="252955" y="15543"/>
                  </a:lnTo>
                  <a:lnTo>
                    <a:pt x="253668" y="15400"/>
                  </a:lnTo>
                  <a:lnTo>
                    <a:pt x="253953" y="15400"/>
                  </a:lnTo>
                  <a:lnTo>
                    <a:pt x="253383" y="15258"/>
                  </a:lnTo>
                  <a:lnTo>
                    <a:pt x="254096" y="14972"/>
                  </a:lnTo>
                  <a:close/>
                  <a:moveTo>
                    <a:pt x="255379" y="15543"/>
                  </a:moveTo>
                  <a:lnTo>
                    <a:pt x="255379" y="15685"/>
                  </a:lnTo>
                  <a:lnTo>
                    <a:pt x="254809" y="15543"/>
                  </a:lnTo>
                  <a:close/>
                  <a:moveTo>
                    <a:pt x="93825" y="15685"/>
                  </a:moveTo>
                  <a:lnTo>
                    <a:pt x="93682" y="15828"/>
                  </a:lnTo>
                  <a:lnTo>
                    <a:pt x="93540" y="15828"/>
                  </a:lnTo>
                  <a:lnTo>
                    <a:pt x="93825" y="15685"/>
                  </a:lnTo>
                  <a:close/>
                  <a:moveTo>
                    <a:pt x="250246" y="15685"/>
                  </a:moveTo>
                  <a:lnTo>
                    <a:pt x="251244" y="15828"/>
                  </a:lnTo>
                  <a:lnTo>
                    <a:pt x="250674" y="15828"/>
                  </a:lnTo>
                  <a:lnTo>
                    <a:pt x="250246" y="15685"/>
                  </a:lnTo>
                  <a:close/>
                  <a:moveTo>
                    <a:pt x="255094" y="15685"/>
                  </a:moveTo>
                  <a:lnTo>
                    <a:pt x="255664" y="15828"/>
                  </a:lnTo>
                  <a:lnTo>
                    <a:pt x="255094" y="15828"/>
                  </a:lnTo>
                  <a:lnTo>
                    <a:pt x="255094" y="15685"/>
                  </a:lnTo>
                  <a:close/>
                  <a:moveTo>
                    <a:pt x="255949" y="15685"/>
                  </a:moveTo>
                  <a:lnTo>
                    <a:pt x="256377" y="15828"/>
                  </a:lnTo>
                  <a:lnTo>
                    <a:pt x="255664" y="15828"/>
                  </a:lnTo>
                  <a:lnTo>
                    <a:pt x="255949" y="15685"/>
                  </a:lnTo>
                  <a:close/>
                  <a:moveTo>
                    <a:pt x="259657" y="15685"/>
                  </a:moveTo>
                  <a:lnTo>
                    <a:pt x="259942" y="15828"/>
                  </a:lnTo>
                  <a:lnTo>
                    <a:pt x="259657" y="15828"/>
                  </a:lnTo>
                  <a:lnTo>
                    <a:pt x="259657" y="15685"/>
                  </a:lnTo>
                  <a:close/>
                  <a:moveTo>
                    <a:pt x="90830" y="15685"/>
                  </a:moveTo>
                  <a:lnTo>
                    <a:pt x="90688" y="15828"/>
                  </a:lnTo>
                  <a:lnTo>
                    <a:pt x="90260" y="15828"/>
                  </a:lnTo>
                  <a:lnTo>
                    <a:pt x="90545" y="15971"/>
                  </a:lnTo>
                  <a:lnTo>
                    <a:pt x="89547" y="15971"/>
                  </a:lnTo>
                  <a:lnTo>
                    <a:pt x="90260" y="15828"/>
                  </a:lnTo>
                  <a:lnTo>
                    <a:pt x="90545" y="15685"/>
                  </a:lnTo>
                  <a:close/>
                  <a:moveTo>
                    <a:pt x="235274" y="15543"/>
                  </a:moveTo>
                  <a:lnTo>
                    <a:pt x="235274" y="15685"/>
                  </a:lnTo>
                  <a:lnTo>
                    <a:pt x="235987" y="15685"/>
                  </a:lnTo>
                  <a:lnTo>
                    <a:pt x="236129" y="15828"/>
                  </a:lnTo>
                  <a:lnTo>
                    <a:pt x="235416" y="15971"/>
                  </a:lnTo>
                  <a:lnTo>
                    <a:pt x="234561" y="15828"/>
                  </a:lnTo>
                  <a:lnTo>
                    <a:pt x="234418" y="15685"/>
                  </a:lnTo>
                  <a:lnTo>
                    <a:pt x="235274" y="15543"/>
                  </a:lnTo>
                  <a:close/>
                  <a:moveTo>
                    <a:pt x="238553" y="15828"/>
                  </a:moveTo>
                  <a:lnTo>
                    <a:pt x="238553" y="15971"/>
                  </a:lnTo>
                  <a:lnTo>
                    <a:pt x="238268" y="15971"/>
                  </a:lnTo>
                  <a:lnTo>
                    <a:pt x="237555" y="15828"/>
                  </a:lnTo>
                  <a:close/>
                  <a:moveTo>
                    <a:pt x="256377" y="15828"/>
                  </a:moveTo>
                  <a:lnTo>
                    <a:pt x="256235" y="15971"/>
                  </a:lnTo>
                  <a:lnTo>
                    <a:pt x="255949" y="15971"/>
                  </a:lnTo>
                  <a:lnTo>
                    <a:pt x="256377" y="15828"/>
                  </a:lnTo>
                  <a:close/>
                  <a:moveTo>
                    <a:pt x="249248" y="10410"/>
                  </a:moveTo>
                  <a:lnTo>
                    <a:pt x="249248" y="10552"/>
                  </a:lnTo>
                  <a:lnTo>
                    <a:pt x="249105" y="10980"/>
                  </a:lnTo>
                  <a:lnTo>
                    <a:pt x="249105" y="11123"/>
                  </a:lnTo>
                  <a:lnTo>
                    <a:pt x="249533" y="11123"/>
                  </a:lnTo>
                  <a:lnTo>
                    <a:pt x="249961" y="10980"/>
                  </a:lnTo>
                  <a:lnTo>
                    <a:pt x="250388" y="10980"/>
                  </a:lnTo>
                  <a:lnTo>
                    <a:pt x="250246" y="10837"/>
                  </a:lnTo>
                  <a:lnTo>
                    <a:pt x="250602" y="10837"/>
                  </a:lnTo>
                  <a:lnTo>
                    <a:pt x="250246" y="10695"/>
                  </a:lnTo>
                  <a:lnTo>
                    <a:pt x="249818" y="10695"/>
                  </a:lnTo>
                  <a:lnTo>
                    <a:pt x="249675" y="10552"/>
                  </a:lnTo>
                  <a:lnTo>
                    <a:pt x="251101" y="10552"/>
                  </a:lnTo>
                  <a:lnTo>
                    <a:pt x="251244" y="10837"/>
                  </a:lnTo>
                  <a:lnTo>
                    <a:pt x="251672" y="10837"/>
                  </a:lnTo>
                  <a:lnTo>
                    <a:pt x="253098" y="10980"/>
                  </a:lnTo>
                  <a:lnTo>
                    <a:pt x="254523" y="10695"/>
                  </a:lnTo>
                  <a:lnTo>
                    <a:pt x="255236" y="10552"/>
                  </a:lnTo>
                  <a:lnTo>
                    <a:pt x="255949" y="10980"/>
                  </a:lnTo>
                  <a:lnTo>
                    <a:pt x="256235" y="11123"/>
                  </a:lnTo>
                  <a:lnTo>
                    <a:pt x="254951" y="10837"/>
                  </a:lnTo>
                  <a:lnTo>
                    <a:pt x="254951" y="10837"/>
                  </a:lnTo>
                  <a:lnTo>
                    <a:pt x="255236" y="10980"/>
                  </a:lnTo>
                  <a:lnTo>
                    <a:pt x="254523" y="11123"/>
                  </a:lnTo>
                  <a:lnTo>
                    <a:pt x="253383" y="11123"/>
                  </a:lnTo>
                  <a:lnTo>
                    <a:pt x="252385" y="11408"/>
                  </a:lnTo>
                  <a:lnTo>
                    <a:pt x="253240" y="11265"/>
                  </a:lnTo>
                  <a:lnTo>
                    <a:pt x="254238" y="11408"/>
                  </a:lnTo>
                  <a:lnTo>
                    <a:pt x="256377" y="11836"/>
                  </a:lnTo>
                  <a:lnTo>
                    <a:pt x="258088" y="12121"/>
                  </a:lnTo>
                  <a:lnTo>
                    <a:pt x="258659" y="11978"/>
                  </a:lnTo>
                  <a:lnTo>
                    <a:pt x="258801" y="11978"/>
                  </a:lnTo>
                  <a:lnTo>
                    <a:pt x="258801" y="11693"/>
                  </a:lnTo>
                  <a:lnTo>
                    <a:pt x="259657" y="11836"/>
                  </a:lnTo>
                  <a:lnTo>
                    <a:pt x="259942" y="11978"/>
                  </a:lnTo>
                  <a:lnTo>
                    <a:pt x="259942" y="12121"/>
                  </a:lnTo>
                  <a:lnTo>
                    <a:pt x="259514" y="12263"/>
                  </a:lnTo>
                  <a:lnTo>
                    <a:pt x="256805" y="12406"/>
                  </a:lnTo>
                  <a:lnTo>
                    <a:pt x="257518" y="12548"/>
                  </a:lnTo>
                  <a:lnTo>
                    <a:pt x="258659" y="12548"/>
                  </a:lnTo>
                  <a:lnTo>
                    <a:pt x="259799" y="12834"/>
                  </a:lnTo>
                  <a:lnTo>
                    <a:pt x="259942" y="12834"/>
                  </a:lnTo>
                  <a:lnTo>
                    <a:pt x="260227" y="12976"/>
                  </a:lnTo>
                  <a:lnTo>
                    <a:pt x="259799" y="12834"/>
                  </a:lnTo>
                  <a:lnTo>
                    <a:pt x="258659" y="12834"/>
                  </a:lnTo>
                  <a:lnTo>
                    <a:pt x="258944" y="12976"/>
                  </a:lnTo>
                  <a:lnTo>
                    <a:pt x="259799" y="13261"/>
                  </a:lnTo>
                  <a:lnTo>
                    <a:pt x="258944" y="13119"/>
                  </a:lnTo>
                  <a:lnTo>
                    <a:pt x="258373" y="13261"/>
                  </a:lnTo>
                  <a:lnTo>
                    <a:pt x="258231" y="13261"/>
                  </a:lnTo>
                  <a:lnTo>
                    <a:pt x="259086" y="13404"/>
                  </a:lnTo>
                  <a:lnTo>
                    <a:pt x="258659" y="13404"/>
                  </a:lnTo>
                  <a:lnTo>
                    <a:pt x="258801" y="13547"/>
                  </a:lnTo>
                  <a:lnTo>
                    <a:pt x="259657" y="13404"/>
                  </a:lnTo>
                  <a:lnTo>
                    <a:pt x="259514" y="13547"/>
                  </a:lnTo>
                  <a:lnTo>
                    <a:pt x="259799" y="13547"/>
                  </a:lnTo>
                  <a:lnTo>
                    <a:pt x="258659" y="13689"/>
                  </a:lnTo>
                  <a:lnTo>
                    <a:pt x="258516" y="14117"/>
                  </a:lnTo>
                  <a:lnTo>
                    <a:pt x="258801" y="14402"/>
                  </a:lnTo>
                  <a:lnTo>
                    <a:pt x="259086" y="14687"/>
                  </a:lnTo>
                  <a:lnTo>
                    <a:pt x="259086" y="14972"/>
                  </a:lnTo>
                  <a:lnTo>
                    <a:pt x="258944" y="15115"/>
                  </a:lnTo>
                  <a:lnTo>
                    <a:pt x="258516" y="15258"/>
                  </a:lnTo>
                  <a:lnTo>
                    <a:pt x="257518" y="15400"/>
                  </a:lnTo>
                  <a:lnTo>
                    <a:pt x="256092" y="15258"/>
                  </a:lnTo>
                  <a:lnTo>
                    <a:pt x="256092" y="15258"/>
                  </a:lnTo>
                  <a:lnTo>
                    <a:pt x="257946" y="15685"/>
                  </a:lnTo>
                  <a:lnTo>
                    <a:pt x="257090" y="15971"/>
                  </a:lnTo>
                  <a:lnTo>
                    <a:pt x="256662" y="15828"/>
                  </a:lnTo>
                  <a:lnTo>
                    <a:pt x="255664" y="15543"/>
                  </a:lnTo>
                  <a:lnTo>
                    <a:pt x="255094" y="15400"/>
                  </a:lnTo>
                  <a:lnTo>
                    <a:pt x="254809" y="15258"/>
                  </a:lnTo>
                  <a:lnTo>
                    <a:pt x="254809" y="15115"/>
                  </a:lnTo>
                  <a:lnTo>
                    <a:pt x="254951" y="15115"/>
                  </a:lnTo>
                  <a:lnTo>
                    <a:pt x="255522" y="14972"/>
                  </a:lnTo>
                  <a:lnTo>
                    <a:pt x="254809" y="14830"/>
                  </a:lnTo>
                  <a:lnTo>
                    <a:pt x="254809" y="14545"/>
                  </a:lnTo>
                  <a:lnTo>
                    <a:pt x="254951" y="14545"/>
                  </a:lnTo>
                  <a:lnTo>
                    <a:pt x="255664" y="14687"/>
                  </a:lnTo>
                  <a:lnTo>
                    <a:pt x="255664" y="14687"/>
                  </a:lnTo>
                  <a:lnTo>
                    <a:pt x="255094" y="14259"/>
                  </a:lnTo>
                  <a:lnTo>
                    <a:pt x="255236" y="14259"/>
                  </a:lnTo>
                  <a:lnTo>
                    <a:pt x="255807" y="14402"/>
                  </a:lnTo>
                  <a:lnTo>
                    <a:pt x="256377" y="14402"/>
                  </a:lnTo>
                  <a:lnTo>
                    <a:pt x="255379" y="14117"/>
                  </a:lnTo>
                  <a:lnTo>
                    <a:pt x="255094" y="13974"/>
                  </a:lnTo>
                  <a:lnTo>
                    <a:pt x="254951" y="13974"/>
                  </a:lnTo>
                  <a:lnTo>
                    <a:pt x="254951" y="13832"/>
                  </a:lnTo>
                  <a:lnTo>
                    <a:pt x="255094" y="13974"/>
                  </a:lnTo>
                  <a:lnTo>
                    <a:pt x="256235" y="13832"/>
                  </a:lnTo>
                  <a:lnTo>
                    <a:pt x="255664" y="13689"/>
                  </a:lnTo>
                  <a:lnTo>
                    <a:pt x="255522" y="13404"/>
                  </a:lnTo>
                  <a:lnTo>
                    <a:pt x="255379" y="13261"/>
                  </a:lnTo>
                  <a:lnTo>
                    <a:pt x="254666" y="13119"/>
                  </a:lnTo>
                  <a:lnTo>
                    <a:pt x="254809" y="12976"/>
                  </a:lnTo>
                  <a:lnTo>
                    <a:pt x="254666" y="12976"/>
                  </a:lnTo>
                  <a:lnTo>
                    <a:pt x="253668" y="13119"/>
                  </a:lnTo>
                  <a:lnTo>
                    <a:pt x="253383" y="13261"/>
                  </a:lnTo>
                  <a:lnTo>
                    <a:pt x="253811" y="13404"/>
                  </a:lnTo>
                  <a:lnTo>
                    <a:pt x="253953" y="13404"/>
                  </a:lnTo>
                  <a:lnTo>
                    <a:pt x="253668" y="13261"/>
                  </a:lnTo>
                  <a:lnTo>
                    <a:pt x="254096" y="13261"/>
                  </a:lnTo>
                  <a:lnTo>
                    <a:pt x="253953" y="13404"/>
                  </a:lnTo>
                  <a:lnTo>
                    <a:pt x="254523" y="13404"/>
                  </a:lnTo>
                  <a:lnTo>
                    <a:pt x="254238" y="13261"/>
                  </a:lnTo>
                  <a:lnTo>
                    <a:pt x="254809" y="13261"/>
                  </a:lnTo>
                  <a:lnTo>
                    <a:pt x="254523" y="13404"/>
                  </a:lnTo>
                  <a:lnTo>
                    <a:pt x="254809" y="13404"/>
                  </a:lnTo>
                  <a:lnTo>
                    <a:pt x="254381" y="13689"/>
                  </a:lnTo>
                  <a:lnTo>
                    <a:pt x="252670" y="13689"/>
                  </a:lnTo>
                  <a:lnTo>
                    <a:pt x="253240" y="13832"/>
                  </a:lnTo>
                  <a:lnTo>
                    <a:pt x="253383" y="13974"/>
                  </a:lnTo>
                  <a:lnTo>
                    <a:pt x="253098" y="14117"/>
                  </a:lnTo>
                  <a:lnTo>
                    <a:pt x="251101" y="14117"/>
                  </a:lnTo>
                  <a:lnTo>
                    <a:pt x="250531" y="13974"/>
                  </a:lnTo>
                  <a:lnTo>
                    <a:pt x="250103" y="13832"/>
                  </a:lnTo>
                  <a:lnTo>
                    <a:pt x="250959" y="13689"/>
                  </a:lnTo>
                  <a:lnTo>
                    <a:pt x="251672" y="13404"/>
                  </a:lnTo>
                  <a:lnTo>
                    <a:pt x="251672" y="13261"/>
                  </a:lnTo>
                  <a:lnTo>
                    <a:pt x="252242" y="13261"/>
                  </a:lnTo>
                  <a:lnTo>
                    <a:pt x="252812" y="13119"/>
                  </a:lnTo>
                  <a:lnTo>
                    <a:pt x="252955" y="13119"/>
                  </a:lnTo>
                  <a:lnTo>
                    <a:pt x="252955" y="12976"/>
                  </a:lnTo>
                  <a:lnTo>
                    <a:pt x="251529" y="12976"/>
                  </a:lnTo>
                  <a:lnTo>
                    <a:pt x="251529" y="12834"/>
                  </a:lnTo>
                  <a:lnTo>
                    <a:pt x="252242" y="12691"/>
                  </a:lnTo>
                  <a:lnTo>
                    <a:pt x="253668" y="12834"/>
                  </a:lnTo>
                  <a:lnTo>
                    <a:pt x="251672" y="12406"/>
                  </a:lnTo>
                  <a:lnTo>
                    <a:pt x="251814" y="12406"/>
                  </a:lnTo>
                  <a:lnTo>
                    <a:pt x="254809" y="12691"/>
                  </a:lnTo>
                  <a:lnTo>
                    <a:pt x="254096" y="12406"/>
                  </a:lnTo>
                  <a:lnTo>
                    <a:pt x="253525" y="12406"/>
                  </a:lnTo>
                  <a:lnTo>
                    <a:pt x="253240" y="12263"/>
                  </a:lnTo>
                  <a:lnTo>
                    <a:pt x="253668" y="11978"/>
                  </a:lnTo>
                  <a:lnTo>
                    <a:pt x="254238" y="11978"/>
                  </a:lnTo>
                  <a:lnTo>
                    <a:pt x="253240" y="11836"/>
                  </a:lnTo>
                  <a:lnTo>
                    <a:pt x="251672" y="11693"/>
                  </a:lnTo>
                  <a:lnTo>
                    <a:pt x="250959" y="11693"/>
                  </a:lnTo>
                  <a:lnTo>
                    <a:pt x="250388" y="11978"/>
                  </a:lnTo>
                  <a:lnTo>
                    <a:pt x="251529" y="12121"/>
                  </a:lnTo>
                  <a:lnTo>
                    <a:pt x="251672" y="12121"/>
                  </a:lnTo>
                  <a:lnTo>
                    <a:pt x="251529" y="12263"/>
                  </a:lnTo>
                  <a:lnTo>
                    <a:pt x="250959" y="12121"/>
                  </a:lnTo>
                  <a:lnTo>
                    <a:pt x="251101" y="12263"/>
                  </a:lnTo>
                  <a:lnTo>
                    <a:pt x="251244" y="12263"/>
                  </a:lnTo>
                  <a:lnTo>
                    <a:pt x="250959" y="12406"/>
                  </a:lnTo>
                  <a:lnTo>
                    <a:pt x="250959" y="12263"/>
                  </a:lnTo>
                  <a:lnTo>
                    <a:pt x="249390" y="12263"/>
                  </a:lnTo>
                  <a:lnTo>
                    <a:pt x="249248" y="12121"/>
                  </a:lnTo>
                  <a:lnTo>
                    <a:pt x="248392" y="11978"/>
                  </a:lnTo>
                  <a:lnTo>
                    <a:pt x="248250" y="11978"/>
                  </a:lnTo>
                  <a:lnTo>
                    <a:pt x="248535" y="11836"/>
                  </a:lnTo>
                  <a:lnTo>
                    <a:pt x="249105" y="11836"/>
                  </a:lnTo>
                  <a:lnTo>
                    <a:pt x="249248" y="11978"/>
                  </a:lnTo>
                  <a:lnTo>
                    <a:pt x="249248" y="12121"/>
                  </a:lnTo>
                  <a:lnTo>
                    <a:pt x="249818" y="11978"/>
                  </a:lnTo>
                  <a:lnTo>
                    <a:pt x="250246" y="11978"/>
                  </a:lnTo>
                  <a:lnTo>
                    <a:pt x="249390" y="11836"/>
                  </a:lnTo>
                  <a:lnTo>
                    <a:pt x="248962" y="11693"/>
                  </a:lnTo>
                  <a:lnTo>
                    <a:pt x="248535" y="11693"/>
                  </a:lnTo>
                  <a:lnTo>
                    <a:pt x="248107" y="11550"/>
                  </a:lnTo>
                  <a:lnTo>
                    <a:pt x="248962" y="11550"/>
                  </a:lnTo>
                  <a:lnTo>
                    <a:pt x="248392" y="11408"/>
                  </a:lnTo>
                  <a:lnTo>
                    <a:pt x="247679" y="11265"/>
                  </a:lnTo>
                  <a:lnTo>
                    <a:pt x="247964" y="11265"/>
                  </a:lnTo>
                  <a:lnTo>
                    <a:pt x="248107" y="11123"/>
                  </a:lnTo>
                  <a:lnTo>
                    <a:pt x="248107" y="10980"/>
                  </a:lnTo>
                  <a:lnTo>
                    <a:pt x="247964" y="10837"/>
                  </a:lnTo>
                  <a:lnTo>
                    <a:pt x="247822" y="10695"/>
                  </a:lnTo>
                  <a:lnTo>
                    <a:pt x="247964" y="10695"/>
                  </a:lnTo>
                  <a:lnTo>
                    <a:pt x="249105" y="10410"/>
                  </a:lnTo>
                  <a:close/>
                  <a:moveTo>
                    <a:pt x="261083" y="15828"/>
                  </a:moveTo>
                  <a:lnTo>
                    <a:pt x="261225" y="15971"/>
                  </a:lnTo>
                  <a:lnTo>
                    <a:pt x="260797" y="15828"/>
                  </a:lnTo>
                  <a:close/>
                  <a:moveTo>
                    <a:pt x="12834" y="15971"/>
                  </a:moveTo>
                  <a:lnTo>
                    <a:pt x="12549" y="16113"/>
                  </a:lnTo>
                  <a:lnTo>
                    <a:pt x="12549" y="15971"/>
                  </a:lnTo>
                  <a:close/>
                  <a:moveTo>
                    <a:pt x="88549" y="15971"/>
                  </a:moveTo>
                  <a:lnTo>
                    <a:pt x="87979" y="16113"/>
                  </a:lnTo>
                  <a:lnTo>
                    <a:pt x="88264" y="15971"/>
                  </a:lnTo>
                  <a:close/>
                  <a:moveTo>
                    <a:pt x="248962" y="15971"/>
                  </a:moveTo>
                  <a:lnTo>
                    <a:pt x="248962" y="16113"/>
                  </a:lnTo>
                  <a:lnTo>
                    <a:pt x="248535" y="16113"/>
                  </a:lnTo>
                  <a:lnTo>
                    <a:pt x="248392" y="15971"/>
                  </a:lnTo>
                  <a:close/>
                  <a:moveTo>
                    <a:pt x="253953" y="15828"/>
                  </a:moveTo>
                  <a:lnTo>
                    <a:pt x="253668" y="15971"/>
                  </a:lnTo>
                  <a:lnTo>
                    <a:pt x="253811" y="15971"/>
                  </a:lnTo>
                  <a:lnTo>
                    <a:pt x="253668" y="16113"/>
                  </a:lnTo>
                  <a:lnTo>
                    <a:pt x="253668" y="15971"/>
                  </a:lnTo>
                  <a:lnTo>
                    <a:pt x="253240" y="15828"/>
                  </a:lnTo>
                  <a:close/>
                  <a:moveTo>
                    <a:pt x="255379" y="15971"/>
                  </a:moveTo>
                  <a:lnTo>
                    <a:pt x="256092" y="16113"/>
                  </a:lnTo>
                  <a:lnTo>
                    <a:pt x="255236" y="16113"/>
                  </a:lnTo>
                  <a:lnTo>
                    <a:pt x="255094" y="15971"/>
                  </a:lnTo>
                  <a:close/>
                  <a:moveTo>
                    <a:pt x="257518" y="15971"/>
                  </a:moveTo>
                  <a:lnTo>
                    <a:pt x="257233" y="16113"/>
                  </a:lnTo>
                  <a:lnTo>
                    <a:pt x="257233" y="15971"/>
                  </a:lnTo>
                  <a:close/>
                  <a:moveTo>
                    <a:pt x="259514" y="15543"/>
                  </a:moveTo>
                  <a:lnTo>
                    <a:pt x="259372" y="15685"/>
                  </a:lnTo>
                  <a:lnTo>
                    <a:pt x="259372" y="15828"/>
                  </a:lnTo>
                  <a:lnTo>
                    <a:pt x="259229" y="15828"/>
                  </a:lnTo>
                  <a:lnTo>
                    <a:pt x="259372" y="15971"/>
                  </a:lnTo>
                  <a:lnTo>
                    <a:pt x="259086" y="16113"/>
                  </a:lnTo>
                  <a:lnTo>
                    <a:pt x="258944" y="15971"/>
                  </a:lnTo>
                  <a:lnTo>
                    <a:pt x="259229" y="15828"/>
                  </a:lnTo>
                  <a:lnTo>
                    <a:pt x="258944" y="15828"/>
                  </a:lnTo>
                  <a:lnTo>
                    <a:pt x="258944" y="15685"/>
                  </a:lnTo>
                  <a:lnTo>
                    <a:pt x="259229" y="15685"/>
                  </a:lnTo>
                  <a:lnTo>
                    <a:pt x="259229" y="15543"/>
                  </a:lnTo>
                  <a:close/>
                  <a:moveTo>
                    <a:pt x="260370" y="15971"/>
                  </a:moveTo>
                  <a:lnTo>
                    <a:pt x="260655" y="16113"/>
                  </a:lnTo>
                  <a:lnTo>
                    <a:pt x="260512" y="16113"/>
                  </a:lnTo>
                  <a:lnTo>
                    <a:pt x="260370" y="15971"/>
                  </a:lnTo>
                  <a:close/>
                  <a:moveTo>
                    <a:pt x="249961" y="15685"/>
                  </a:moveTo>
                  <a:lnTo>
                    <a:pt x="249961" y="15828"/>
                  </a:lnTo>
                  <a:lnTo>
                    <a:pt x="249961" y="15971"/>
                  </a:lnTo>
                  <a:lnTo>
                    <a:pt x="250103" y="15971"/>
                  </a:lnTo>
                  <a:lnTo>
                    <a:pt x="250674" y="16256"/>
                  </a:lnTo>
                  <a:lnTo>
                    <a:pt x="249961" y="16256"/>
                  </a:lnTo>
                  <a:lnTo>
                    <a:pt x="249533" y="15971"/>
                  </a:lnTo>
                  <a:lnTo>
                    <a:pt x="249961" y="15971"/>
                  </a:lnTo>
                  <a:lnTo>
                    <a:pt x="249675" y="15828"/>
                  </a:lnTo>
                  <a:lnTo>
                    <a:pt x="249961" y="15828"/>
                  </a:lnTo>
                  <a:lnTo>
                    <a:pt x="249675" y="15685"/>
                  </a:lnTo>
                  <a:close/>
                  <a:moveTo>
                    <a:pt x="250816" y="15543"/>
                  </a:moveTo>
                  <a:lnTo>
                    <a:pt x="251529" y="15685"/>
                  </a:lnTo>
                  <a:lnTo>
                    <a:pt x="251814" y="15685"/>
                  </a:lnTo>
                  <a:lnTo>
                    <a:pt x="251814" y="15828"/>
                  </a:lnTo>
                  <a:lnTo>
                    <a:pt x="252670" y="16256"/>
                  </a:lnTo>
                  <a:lnTo>
                    <a:pt x="252527" y="16256"/>
                  </a:lnTo>
                  <a:lnTo>
                    <a:pt x="250959" y="15971"/>
                  </a:lnTo>
                  <a:lnTo>
                    <a:pt x="251387" y="15971"/>
                  </a:lnTo>
                  <a:lnTo>
                    <a:pt x="251529" y="15828"/>
                  </a:lnTo>
                  <a:lnTo>
                    <a:pt x="250816" y="15543"/>
                  </a:lnTo>
                  <a:close/>
                  <a:moveTo>
                    <a:pt x="261368" y="16256"/>
                  </a:moveTo>
                  <a:lnTo>
                    <a:pt x="261510" y="16398"/>
                  </a:lnTo>
                  <a:lnTo>
                    <a:pt x="261225" y="16256"/>
                  </a:lnTo>
                  <a:close/>
                  <a:moveTo>
                    <a:pt x="10410" y="16256"/>
                  </a:moveTo>
                  <a:lnTo>
                    <a:pt x="10552" y="16398"/>
                  </a:lnTo>
                  <a:lnTo>
                    <a:pt x="10125" y="16398"/>
                  </a:lnTo>
                  <a:lnTo>
                    <a:pt x="10267" y="16256"/>
                  </a:lnTo>
                  <a:close/>
                  <a:moveTo>
                    <a:pt x="11408" y="16113"/>
                  </a:moveTo>
                  <a:lnTo>
                    <a:pt x="11408" y="16256"/>
                  </a:lnTo>
                  <a:lnTo>
                    <a:pt x="11265" y="16398"/>
                  </a:lnTo>
                  <a:lnTo>
                    <a:pt x="10837" y="16398"/>
                  </a:lnTo>
                  <a:lnTo>
                    <a:pt x="10837" y="16256"/>
                  </a:lnTo>
                  <a:lnTo>
                    <a:pt x="10980" y="16256"/>
                  </a:lnTo>
                  <a:lnTo>
                    <a:pt x="11408" y="16113"/>
                  </a:lnTo>
                  <a:close/>
                  <a:moveTo>
                    <a:pt x="257090" y="16256"/>
                  </a:moveTo>
                  <a:lnTo>
                    <a:pt x="257233" y="16398"/>
                  </a:lnTo>
                  <a:lnTo>
                    <a:pt x="256948" y="16398"/>
                  </a:lnTo>
                  <a:lnTo>
                    <a:pt x="256805" y="16256"/>
                  </a:lnTo>
                  <a:close/>
                  <a:moveTo>
                    <a:pt x="257946" y="16113"/>
                  </a:moveTo>
                  <a:lnTo>
                    <a:pt x="257803" y="16256"/>
                  </a:lnTo>
                  <a:lnTo>
                    <a:pt x="258231" y="16256"/>
                  </a:lnTo>
                  <a:lnTo>
                    <a:pt x="258659" y="16398"/>
                  </a:lnTo>
                  <a:lnTo>
                    <a:pt x="257660" y="16398"/>
                  </a:lnTo>
                  <a:lnTo>
                    <a:pt x="257518" y="16256"/>
                  </a:lnTo>
                  <a:lnTo>
                    <a:pt x="257946" y="16113"/>
                  </a:lnTo>
                  <a:close/>
                  <a:moveTo>
                    <a:pt x="88977" y="16398"/>
                  </a:moveTo>
                  <a:lnTo>
                    <a:pt x="89119" y="16541"/>
                  </a:lnTo>
                  <a:lnTo>
                    <a:pt x="88977" y="16541"/>
                  </a:lnTo>
                  <a:lnTo>
                    <a:pt x="88977" y="16398"/>
                  </a:lnTo>
                  <a:close/>
                  <a:moveTo>
                    <a:pt x="251387" y="16256"/>
                  </a:moveTo>
                  <a:lnTo>
                    <a:pt x="251672" y="16541"/>
                  </a:lnTo>
                  <a:lnTo>
                    <a:pt x="250959" y="16398"/>
                  </a:lnTo>
                  <a:lnTo>
                    <a:pt x="251387" y="16256"/>
                  </a:lnTo>
                  <a:close/>
                  <a:moveTo>
                    <a:pt x="252670" y="16398"/>
                  </a:moveTo>
                  <a:lnTo>
                    <a:pt x="253098" y="16541"/>
                  </a:lnTo>
                  <a:lnTo>
                    <a:pt x="252385" y="16541"/>
                  </a:lnTo>
                  <a:lnTo>
                    <a:pt x="252385" y="16398"/>
                  </a:lnTo>
                  <a:close/>
                  <a:moveTo>
                    <a:pt x="254096" y="16113"/>
                  </a:moveTo>
                  <a:lnTo>
                    <a:pt x="255094" y="16398"/>
                  </a:lnTo>
                  <a:lnTo>
                    <a:pt x="254809" y="16541"/>
                  </a:lnTo>
                  <a:lnTo>
                    <a:pt x="253953" y="16541"/>
                  </a:lnTo>
                  <a:lnTo>
                    <a:pt x="253098" y="16398"/>
                  </a:lnTo>
                  <a:lnTo>
                    <a:pt x="253525" y="16398"/>
                  </a:lnTo>
                  <a:lnTo>
                    <a:pt x="253811" y="16256"/>
                  </a:lnTo>
                  <a:lnTo>
                    <a:pt x="253953" y="16113"/>
                  </a:lnTo>
                  <a:close/>
                  <a:moveTo>
                    <a:pt x="83701" y="16256"/>
                  </a:moveTo>
                  <a:lnTo>
                    <a:pt x="84271" y="16398"/>
                  </a:lnTo>
                  <a:lnTo>
                    <a:pt x="84271" y="16541"/>
                  </a:lnTo>
                  <a:lnTo>
                    <a:pt x="83986" y="16683"/>
                  </a:lnTo>
                  <a:lnTo>
                    <a:pt x="83273" y="16541"/>
                  </a:lnTo>
                  <a:lnTo>
                    <a:pt x="82230" y="16657"/>
                  </a:lnTo>
                  <a:lnTo>
                    <a:pt x="83701" y="16256"/>
                  </a:lnTo>
                  <a:close/>
                  <a:moveTo>
                    <a:pt x="243401" y="16455"/>
                  </a:moveTo>
                  <a:lnTo>
                    <a:pt x="243401" y="16541"/>
                  </a:lnTo>
                  <a:lnTo>
                    <a:pt x="243116" y="16541"/>
                  </a:lnTo>
                  <a:lnTo>
                    <a:pt x="243116" y="16683"/>
                  </a:lnTo>
                  <a:lnTo>
                    <a:pt x="243259" y="16683"/>
                  </a:lnTo>
                  <a:lnTo>
                    <a:pt x="244114" y="16541"/>
                  </a:lnTo>
                  <a:lnTo>
                    <a:pt x="243771" y="16472"/>
                  </a:lnTo>
                  <a:lnTo>
                    <a:pt x="243771" y="16472"/>
                  </a:lnTo>
                  <a:lnTo>
                    <a:pt x="243401" y="16455"/>
                  </a:lnTo>
                  <a:close/>
                  <a:moveTo>
                    <a:pt x="82703" y="16683"/>
                  </a:moveTo>
                  <a:lnTo>
                    <a:pt x="82845" y="16826"/>
                  </a:lnTo>
                  <a:lnTo>
                    <a:pt x="82845" y="16826"/>
                  </a:lnTo>
                  <a:lnTo>
                    <a:pt x="82560" y="16683"/>
                  </a:lnTo>
                  <a:close/>
                  <a:moveTo>
                    <a:pt x="6275" y="16826"/>
                  </a:moveTo>
                  <a:lnTo>
                    <a:pt x="5847" y="16969"/>
                  </a:lnTo>
                  <a:lnTo>
                    <a:pt x="5704" y="16826"/>
                  </a:lnTo>
                  <a:close/>
                  <a:moveTo>
                    <a:pt x="255807" y="16826"/>
                  </a:moveTo>
                  <a:lnTo>
                    <a:pt x="255949" y="16969"/>
                  </a:lnTo>
                  <a:lnTo>
                    <a:pt x="255664" y="16826"/>
                  </a:lnTo>
                  <a:close/>
                  <a:moveTo>
                    <a:pt x="259086" y="16826"/>
                  </a:moveTo>
                  <a:lnTo>
                    <a:pt x="259229" y="16969"/>
                  </a:lnTo>
                  <a:lnTo>
                    <a:pt x="258944" y="16969"/>
                  </a:lnTo>
                  <a:lnTo>
                    <a:pt x="258801" y="16826"/>
                  </a:lnTo>
                  <a:close/>
                  <a:moveTo>
                    <a:pt x="261083" y="16826"/>
                  </a:moveTo>
                  <a:lnTo>
                    <a:pt x="261083" y="16969"/>
                  </a:lnTo>
                  <a:lnTo>
                    <a:pt x="259657" y="16969"/>
                  </a:lnTo>
                  <a:lnTo>
                    <a:pt x="260512" y="16826"/>
                  </a:lnTo>
                  <a:close/>
                  <a:moveTo>
                    <a:pt x="261938" y="16826"/>
                  </a:moveTo>
                  <a:lnTo>
                    <a:pt x="262366" y="16969"/>
                  </a:lnTo>
                  <a:lnTo>
                    <a:pt x="261510" y="16969"/>
                  </a:lnTo>
                  <a:lnTo>
                    <a:pt x="261938" y="16826"/>
                  </a:lnTo>
                  <a:close/>
                  <a:moveTo>
                    <a:pt x="262223" y="16683"/>
                  </a:moveTo>
                  <a:lnTo>
                    <a:pt x="262651" y="16826"/>
                  </a:lnTo>
                  <a:lnTo>
                    <a:pt x="263079" y="16826"/>
                  </a:lnTo>
                  <a:lnTo>
                    <a:pt x="262794" y="16969"/>
                  </a:lnTo>
                  <a:lnTo>
                    <a:pt x="262509" y="16969"/>
                  </a:lnTo>
                  <a:lnTo>
                    <a:pt x="262366" y="16826"/>
                  </a:lnTo>
                  <a:lnTo>
                    <a:pt x="262223" y="16683"/>
                  </a:lnTo>
                  <a:close/>
                  <a:moveTo>
                    <a:pt x="265360" y="16826"/>
                  </a:moveTo>
                  <a:lnTo>
                    <a:pt x="265788" y="16969"/>
                  </a:lnTo>
                  <a:lnTo>
                    <a:pt x="265360" y="16969"/>
                  </a:lnTo>
                  <a:lnTo>
                    <a:pt x="265360" y="16826"/>
                  </a:lnTo>
                  <a:close/>
                  <a:moveTo>
                    <a:pt x="6417" y="16969"/>
                  </a:moveTo>
                  <a:lnTo>
                    <a:pt x="5847" y="17111"/>
                  </a:lnTo>
                  <a:lnTo>
                    <a:pt x="6132" y="16969"/>
                  </a:lnTo>
                  <a:close/>
                  <a:moveTo>
                    <a:pt x="79281" y="16969"/>
                  </a:moveTo>
                  <a:lnTo>
                    <a:pt x="79281" y="17111"/>
                  </a:lnTo>
                  <a:lnTo>
                    <a:pt x="78568" y="17111"/>
                  </a:lnTo>
                  <a:lnTo>
                    <a:pt x="78995" y="16969"/>
                  </a:lnTo>
                  <a:close/>
                  <a:moveTo>
                    <a:pt x="257233" y="16826"/>
                  </a:moveTo>
                  <a:lnTo>
                    <a:pt x="258231" y="16969"/>
                  </a:lnTo>
                  <a:lnTo>
                    <a:pt x="258373" y="16969"/>
                  </a:lnTo>
                  <a:lnTo>
                    <a:pt x="258373" y="17111"/>
                  </a:lnTo>
                  <a:lnTo>
                    <a:pt x="257946" y="17111"/>
                  </a:lnTo>
                  <a:lnTo>
                    <a:pt x="256662" y="16969"/>
                  </a:lnTo>
                  <a:lnTo>
                    <a:pt x="257660" y="16969"/>
                  </a:lnTo>
                  <a:lnTo>
                    <a:pt x="257233" y="16826"/>
                  </a:lnTo>
                  <a:close/>
                  <a:moveTo>
                    <a:pt x="83416" y="17111"/>
                  </a:moveTo>
                  <a:lnTo>
                    <a:pt x="82845" y="17254"/>
                  </a:lnTo>
                  <a:lnTo>
                    <a:pt x="82845" y="17254"/>
                  </a:lnTo>
                  <a:lnTo>
                    <a:pt x="83131" y="17111"/>
                  </a:lnTo>
                  <a:close/>
                  <a:moveTo>
                    <a:pt x="83986" y="17111"/>
                  </a:moveTo>
                  <a:lnTo>
                    <a:pt x="84129" y="17254"/>
                  </a:lnTo>
                  <a:lnTo>
                    <a:pt x="83843" y="17254"/>
                  </a:lnTo>
                  <a:lnTo>
                    <a:pt x="83558" y="17111"/>
                  </a:lnTo>
                  <a:close/>
                  <a:moveTo>
                    <a:pt x="259514" y="17111"/>
                  </a:moveTo>
                  <a:lnTo>
                    <a:pt x="258944" y="17254"/>
                  </a:lnTo>
                  <a:lnTo>
                    <a:pt x="258944" y="17111"/>
                  </a:lnTo>
                  <a:close/>
                  <a:moveTo>
                    <a:pt x="259514" y="17111"/>
                  </a:moveTo>
                  <a:lnTo>
                    <a:pt x="259942" y="17254"/>
                  </a:lnTo>
                  <a:lnTo>
                    <a:pt x="259799" y="17254"/>
                  </a:lnTo>
                  <a:lnTo>
                    <a:pt x="259514" y="17111"/>
                  </a:lnTo>
                  <a:close/>
                  <a:moveTo>
                    <a:pt x="78853" y="17254"/>
                  </a:moveTo>
                  <a:lnTo>
                    <a:pt x="78853" y="17396"/>
                  </a:lnTo>
                  <a:lnTo>
                    <a:pt x="78710" y="17254"/>
                  </a:lnTo>
                  <a:close/>
                  <a:moveTo>
                    <a:pt x="81990" y="17111"/>
                  </a:moveTo>
                  <a:lnTo>
                    <a:pt x="81847" y="17254"/>
                  </a:lnTo>
                  <a:lnTo>
                    <a:pt x="81277" y="17254"/>
                  </a:lnTo>
                  <a:lnTo>
                    <a:pt x="81134" y="17396"/>
                  </a:lnTo>
                  <a:lnTo>
                    <a:pt x="80992" y="17254"/>
                  </a:lnTo>
                  <a:lnTo>
                    <a:pt x="81134" y="17254"/>
                  </a:lnTo>
                  <a:lnTo>
                    <a:pt x="81419" y="17111"/>
                  </a:lnTo>
                  <a:close/>
                  <a:moveTo>
                    <a:pt x="9269" y="17539"/>
                  </a:moveTo>
                  <a:lnTo>
                    <a:pt x="9269" y="17682"/>
                  </a:lnTo>
                  <a:lnTo>
                    <a:pt x="8699" y="17682"/>
                  </a:lnTo>
                  <a:lnTo>
                    <a:pt x="9126" y="17539"/>
                  </a:lnTo>
                  <a:close/>
                  <a:moveTo>
                    <a:pt x="67588" y="17539"/>
                  </a:moveTo>
                  <a:lnTo>
                    <a:pt x="66305" y="17682"/>
                  </a:lnTo>
                  <a:lnTo>
                    <a:pt x="66162" y="17682"/>
                  </a:lnTo>
                  <a:lnTo>
                    <a:pt x="67588" y="17539"/>
                  </a:lnTo>
                  <a:close/>
                  <a:moveTo>
                    <a:pt x="80279" y="17539"/>
                  </a:moveTo>
                  <a:lnTo>
                    <a:pt x="80421" y="17682"/>
                  </a:lnTo>
                  <a:lnTo>
                    <a:pt x="80136" y="17682"/>
                  </a:lnTo>
                  <a:lnTo>
                    <a:pt x="79994" y="17539"/>
                  </a:lnTo>
                  <a:close/>
                  <a:moveTo>
                    <a:pt x="81617" y="17638"/>
                  </a:moveTo>
                  <a:lnTo>
                    <a:pt x="81248" y="17682"/>
                  </a:lnTo>
                  <a:lnTo>
                    <a:pt x="81705" y="17682"/>
                  </a:lnTo>
                  <a:lnTo>
                    <a:pt x="81617" y="17638"/>
                  </a:lnTo>
                  <a:close/>
                  <a:moveTo>
                    <a:pt x="65022" y="17682"/>
                  </a:moveTo>
                  <a:lnTo>
                    <a:pt x="65022" y="17824"/>
                  </a:lnTo>
                  <a:lnTo>
                    <a:pt x="64879" y="17682"/>
                  </a:lnTo>
                  <a:close/>
                  <a:moveTo>
                    <a:pt x="263564" y="17558"/>
                  </a:moveTo>
                  <a:lnTo>
                    <a:pt x="263934" y="17682"/>
                  </a:lnTo>
                  <a:lnTo>
                    <a:pt x="264790" y="17824"/>
                  </a:lnTo>
                  <a:lnTo>
                    <a:pt x="266358" y="17824"/>
                  </a:lnTo>
                  <a:lnTo>
                    <a:pt x="265788" y="17682"/>
                  </a:lnTo>
                  <a:lnTo>
                    <a:pt x="265788" y="17682"/>
                  </a:lnTo>
                  <a:lnTo>
                    <a:pt x="263564" y="17558"/>
                  </a:lnTo>
                  <a:close/>
                  <a:moveTo>
                    <a:pt x="267147" y="17757"/>
                  </a:moveTo>
                  <a:lnTo>
                    <a:pt x="267214" y="17824"/>
                  </a:lnTo>
                  <a:lnTo>
                    <a:pt x="267214" y="17761"/>
                  </a:lnTo>
                  <a:lnTo>
                    <a:pt x="267214" y="17761"/>
                  </a:lnTo>
                  <a:lnTo>
                    <a:pt x="267147" y="17757"/>
                  </a:lnTo>
                  <a:close/>
                  <a:moveTo>
                    <a:pt x="55183" y="17824"/>
                  </a:moveTo>
                  <a:lnTo>
                    <a:pt x="55468" y="17967"/>
                  </a:lnTo>
                  <a:lnTo>
                    <a:pt x="54755" y="17967"/>
                  </a:lnTo>
                  <a:lnTo>
                    <a:pt x="55183" y="17824"/>
                  </a:lnTo>
                  <a:close/>
                  <a:moveTo>
                    <a:pt x="59175" y="17682"/>
                  </a:moveTo>
                  <a:lnTo>
                    <a:pt x="58462" y="17967"/>
                  </a:lnTo>
                  <a:lnTo>
                    <a:pt x="57892" y="17967"/>
                  </a:lnTo>
                  <a:lnTo>
                    <a:pt x="57892" y="17824"/>
                  </a:lnTo>
                  <a:lnTo>
                    <a:pt x="58748" y="17682"/>
                  </a:lnTo>
                  <a:close/>
                  <a:moveTo>
                    <a:pt x="72151" y="17682"/>
                  </a:moveTo>
                  <a:lnTo>
                    <a:pt x="72579" y="17824"/>
                  </a:lnTo>
                  <a:lnTo>
                    <a:pt x="71723" y="17967"/>
                  </a:lnTo>
                  <a:lnTo>
                    <a:pt x="72009" y="17824"/>
                  </a:lnTo>
                  <a:lnTo>
                    <a:pt x="72151" y="17682"/>
                  </a:lnTo>
                  <a:close/>
                  <a:moveTo>
                    <a:pt x="79994" y="17831"/>
                  </a:moveTo>
                  <a:lnTo>
                    <a:pt x="79662" y="17870"/>
                  </a:lnTo>
                  <a:lnTo>
                    <a:pt x="79662" y="17870"/>
                  </a:lnTo>
                  <a:lnTo>
                    <a:pt x="79566" y="17967"/>
                  </a:lnTo>
                  <a:lnTo>
                    <a:pt x="79994" y="17967"/>
                  </a:lnTo>
                  <a:lnTo>
                    <a:pt x="79994" y="17831"/>
                  </a:lnTo>
                  <a:close/>
                  <a:moveTo>
                    <a:pt x="8271" y="17824"/>
                  </a:moveTo>
                  <a:lnTo>
                    <a:pt x="8271" y="17967"/>
                  </a:lnTo>
                  <a:lnTo>
                    <a:pt x="7558" y="18109"/>
                  </a:lnTo>
                  <a:lnTo>
                    <a:pt x="6845" y="17967"/>
                  </a:lnTo>
                  <a:lnTo>
                    <a:pt x="8128" y="17824"/>
                  </a:lnTo>
                  <a:close/>
                  <a:moveTo>
                    <a:pt x="9126" y="17967"/>
                  </a:moveTo>
                  <a:lnTo>
                    <a:pt x="8984" y="18109"/>
                  </a:lnTo>
                  <a:lnTo>
                    <a:pt x="8556" y="18109"/>
                  </a:lnTo>
                  <a:lnTo>
                    <a:pt x="8556" y="17967"/>
                  </a:lnTo>
                  <a:close/>
                  <a:moveTo>
                    <a:pt x="64736" y="17824"/>
                  </a:moveTo>
                  <a:lnTo>
                    <a:pt x="64451" y="17967"/>
                  </a:lnTo>
                  <a:lnTo>
                    <a:pt x="64023" y="18109"/>
                  </a:lnTo>
                  <a:lnTo>
                    <a:pt x="62740" y="18109"/>
                  </a:lnTo>
                  <a:lnTo>
                    <a:pt x="63738" y="17967"/>
                  </a:lnTo>
                  <a:lnTo>
                    <a:pt x="64736" y="17824"/>
                  </a:lnTo>
                  <a:close/>
                  <a:moveTo>
                    <a:pt x="53472" y="18109"/>
                  </a:moveTo>
                  <a:lnTo>
                    <a:pt x="52901" y="18252"/>
                  </a:lnTo>
                  <a:lnTo>
                    <a:pt x="52901" y="18109"/>
                  </a:lnTo>
                  <a:close/>
                  <a:moveTo>
                    <a:pt x="75003" y="18109"/>
                  </a:moveTo>
                  <a:lnTo>
                    <a:pt x="75431" y="18252"/>
                  </a:lnTo>
                  <a:lnTo>
                    <a:pt x="75145" y="18252"/>
                  </a:lnTo>
                  <a:lnTo>
                    <a:pt x="75003" y="18109"/>
                  </a:lnTo>
                  <a:close/>
                  <a:moveTo>
                    <a:pt x="76590" y="18243"/>
                  </a:moveTo>
                  <a:lnTo>
                    <a:pt x="76560" y="18246"/>
                  </a:lnTo>
                  <a:lnTo>
                    <a:pt x="76560" y="18246"/>
                  </a:lnTo>
                  <a:lnTo>
                    <a:pt x="76571" y="18252"/>
                  </a:lnTo>
                  <a:lnTo>
                    <a:pt x="76590" y="18243"/>
                  </a:lnTo>
                  <a:close/>
                  <a:moveTo>
                    <a:pt x="79138" y="17933"/>
                  </a:moveTo>
                  <a:lnTo>
                    <a:pt x="78853" y="17967"/>
                  </a:lnTo>
                  <a:lnTo>
                    <a:pt x="78568" y="18001"/>
                  </a:lnTo>
                  <a:lnTo>
                    <a:pt x="78568" y="18001"/>
                  </a:lnTo>
                  <a:lnTo>
                    <a:pt x="78568" y="18109"/>
                  </a:lnTo>
                  <a:lnTo>
                    <a:pt x="78140" y="18109"/>
                  </a:lnTo>
                  <a:lnTo>
                    <a:pt x="78568" y="18252"/>
                  </a:lnTo>
                  <a:lnTo>
                    <a:pt x="78853" y="18109"/>
                  </a:lnTo>
                  <a:lnTo>
                    <a:pt x="79138" y="17967"/>
                  </a:lnTo>
                  <a:lnTo>
                    <a:pt x="79138" y="17933"/>
                  </a:lnTo>
                  <a:close/>
                  <a:moveTo>
                    <a:pt x="6702" y="18252"/>
                  </a:moveTo>
                  <a:lnTo>
                    <a:pt x="6275" y="18394"/>
                  </a:lnTo>
                  <a:lnTo>
                    <a:pt x="5989" y="18394"/>
                  </a:lnTo>
                  <a:lnTo>
                    <a:pt x="6702" y="18252"/>
                  </a:lnTo>
                  <a:close/>
                  <a:moveTo>
                    <a:pt x="58462" y="18252"/>
                  </a:moveTo>
                  <a:lnTo>
                    <a:pt x="58605" y="18394"/>
                  </a:lnTo>
                  <a:lnTo>
                    <a:pt x="58035" y="18394"/>
                  </a:lnTo>
                  <a:lnTo>
                    <a:pt x="58462" y="18252"/>
                  </a:lnTo>
                  <a:close/>
                  <a:moveTo>
                    <a:pt x="68729" y="17824"/>
                  </a:moveTo>
                  <a:lnTo>
                    <a:pt x="68301" y="17967"/>
                  </a:lnTo>
                  <a:lnTo>
                    <a:pt x="66162" y="18252"/>
                  </a:lnTo>
                  <a:lnTo>
                    <a:pt x="65449" y="18252"/>
                  </a:lnTo>
                  <a:lnTo>
                    <a:pt x="65449" y="18394"/>
                  </a:lnTo>
                  <a:lnTo>
                    <a:pt x="63881" y="18394"/>
                  </a:lnTo>
                  <a:lnTo>
                    <a:pt x="63738" y="18252"/>
                  </a:lnTo>
                  <a:lnTo>
                    <a:pt x="63881" y="18252"/>
                  </a:lnTo>
                  <a:lnTo>
                    <a:pt x="66448" y="17967"/>
                  </a:lnTo>
                  <a:lnTo>
                    <a:pt x="68729" y="17824"/>
                  </a:lnTo>
                  <a:close/>
                  <a:moveTo>
                    <a:pt x="2995" y="18394"/>
                  </a:moveTo>
                  <a:lnTo>
                    <a:pt x="2891" y="18498"/>
                  </a:lnTo>
                  <a:lnTo>
                    <a:pt x="2891" y="18498"/>
                  </a:lnTo>
                  <a:lnTo>
                    <a:pt x="3375" y="18394"/>
                  </a:lnTo>
                  <a:close/>
                  <a:moveTo>
                    <a:pt x="57892" y="18394"/>
                  </a:moveTo>
                  <a:lnTo>
                    <a:pt x="57322" y="18537"/>
                  </a:lnTo>
                  <a:lnTo>
                    <a:pt x="57322" y="18537"/>
                  </a:lnTo>
                  <a:lnTo>
                    <a:pt x="57607" y="18394"/>
                  </a:lnTo>
                  <a:close/>
                  <a:moveTo>
                    <a:pt x="8128" y="18394"/>
                  </a:moveTo>
                  <a:lnTo>
                    <a:pt x="7843" y="18537"/>
                  </a:lnTo>
                  <a:lnTo>
                    <a:pt x="7558" y="18394"/>
                  </a:lnTo>
                  <a:close/>
                  <a:moveTo>
                    <a:pt x="53614" y="18394"/>
                  </a:moveTo>
                  <a:lnTo>
                    <a:pt x="52759" y="18537"/>
                  </a:lnTo>
                  <a:lnTo>
                    <a:pt x="51903" y="18537"/>
                  </a:lnTo>
                  <a:lnTo>
                    <a:pt x="53472" y="18394"/>
                  </a:lnTo>
                  <a:close/>
                  <a:moveTo>
                    <a:pt x="61029" y="18394"/>
                  </a:moveTo>
                  <a:lnTo>
                    <a:pt x="61029" y="18537"/>
                  </a:lnTo>
                  <a:lnTo>
                    <a:pt x="61599" y="18537"/>
                  </a:lnTo>
                  <a:lnTo>
                    <a:pt x="61172" y="18394"/>
                  </a:lnTo>
                  <a:close/>
                  <a:moveTo>
                    <a:pt x="68586" y="18394"/>
                  </a:moveTo>
                  <a:lnTo>
                    <a:pt x="68729" y="18537"/>
                  </a:lnTo>
                  <a:lnTo>
                    <a:pt x="68301" y="18537"/>
                  </a:lnTo>
                  <a:lnTo>
                    <a:pt x="68586" y="18394"/>
                  </a:lnTo>
                  <a:close/>
                  <a:moveTo>
                    <a:pt x="70725" y="18394"/>
                  </a:moveTo>
                  <a:lnTo>
                    <a:pt x="70725" y="18537"/>
                  </a:lnTo>
                  <a:lnTo>
                    <a:pt x="70583" y="18394"/>
                  </a:lnTo>
                  <a:close/>
                  <a:moveTo>
                    <a:pt x="7700" y="18537"/>
                  </a:moveTo>
                  <a:lnTo>
                    <a:pt x="7415" y="18680"/>
                  </a:lnTo>
                  <a:lnTo>
                    <a:pt x="7273" y="18680"/>
                  </a:lnTo>
                  <a:lnTo>
                    <a:pt x="7700" y="18537"/>
                  </a:lnTo>
                  <a:close/>
                  <a:moveTo>
                    <a:pt x="58748" y="18394"/>
                  </a:moveTo>
                  <a:lnTo>
                    <a:pt x="58177" y="18537"/>
                  </a:lnTo>
                  <a:lnTo>
                    <a:pt x="57464" y="18680"/>
                  </a:lnTo>
                  <a:lnTo>
                    <a:pt x="56894" y="18680"/>
                  </a:lnTo>
                  <a:lnTo>
                    <a:pt x="57322" y="18537"/>
                  </a:lnTo>
                  <a:lnTo>
                    <a:pt x="58748" y="18394"/>
                  </a:lnTo>
                  <a:close/>
                  <a:moveTo>
                    <a:pt x="67588" y="18537"/>
                  </a:moveTo>
                  <a:lnTo>
                    <a:pt x="67303" y="18680"/>
                  </a:lnTo>
                  <a:lnTo>
                    <a:pt x="66875" y="18680"/>
                  </a:lnTo>
                  <a:lnTo>
                    <a:pt x="67303" y="18537"/>
                  </a:lnTo>
                  <a:close/>
                  <a:moveTo>
                    <a:pt x="69299" y="18537"/>
                  </a:moveTo>
                  <a:lnTo>
                    <a:pt x="69157" y="18680"/>
                  </a:lnTo>
                  <a:lnTo>
                    <a:pt x="68872" y="18680"/>
                  </a:lnTo>
                  <a:lnTo>
                    <a:pt x="69299" y="18537"/>
                  </a:lnTo>
                  <a:close/>
                  <a:moveTo>
                    <a:pt x="76001" y="18537"/>
                  </a:moveTo>
                  <a:lnTo>
                    <a:pt x="76001" y="18680"/>
                  </a:lnTo>
                  <a:lnTo>
                    <a:pt x="76286" y="18537"/>
                  </a:lnTo>
                  <a:close/>
                  <a:moveTo>
                    <a:pt x="2891" y="18498"/>
                  </a:moveTo>
                  <a:lnTo>
                    <a:pt x="2710" y="18537"/>
                  </a:lnTo>
                  <a:lnTo>
                    <a:pt x="2425" y="18680"/>
                  </a:lnTo>
                  <a:lnTo>
                    <a:pt x="2710" y="18822"/>
                  </a:lnTo>
                  <a:lnTo>
                    <a:pt x="2852" y="18537"/>
                  </a:lnTo>
                  <a:lnTo>
                    <a:pt x="2891" y="18498"/>
                  </a:lnTo>
                  <a:close/>
                  <a:moveTo>
                    <a:pt x="7986" y="18680"/>
                  </a:moveTo>
                  <a:lnTo>
                    <a:pt x="7843" y="18822"/>
                  </a:lnTo>
                  <a:lnTo>
                    <a:pt x="7415" y="18822"/>
                  </a:lnTo>
                  <a:lnTo>
                    <a:pt x="7986" y="18680"/>
                  </a:lnTo>
                  <a:close/>
                  <a:moveTo>
                    <a:pt x="53329" y="18680"/>
                  </a:moveTo>
                  <a:lnTo>
                    <a:pt x="53329" y="18822"/>
                  </a:lnTo>
                  <a:lnTo>
                    <a:pt x="52474" y="18822"/>
                  </a:lnTo>
                  <a:lnTo>
                    <a:pt x="52616" y="18680"/>
                  </a:lnTo>
                  <a:close/>
                  <a:moveTo>
                    <a:pt x="54755" y="18680"/>
                  </a:moveTo>
                  <a:lnTo>
                    <a:pt x="54898" y="18822"/>
                  </a:lnTo>
                  <a:lnTo>
                    <a:pt x="54327" y="18822"/>
                  </a:lnTo>
                  <a:lnTo>
                    <a:pt x="54613" y="18680"/>
                  </a:lnTo>
                  <a:close/>
                  <a:moveTo>
                    <a:pt x="56324" y="18680"/>
                  </a:moveTo>
                  <a:lnTo>
                    <a:pt x="56181" y="18822"/>
                  </a:lnTo>
                  <a:lnTo>
                    <a:pt x="56038" y="18680"/>
                  </a:lnTo>
                  <a:close/>
                  <a:moveTo>
                    <a:pt x="7986" y="18822"/>
                  </a:moveTo>
                  <a:lnTo>
                    <a:pt x="7843" y="18965"/>
                  </a:lnTo>
                  <a:lnTo>
                    <a:pt x="7700" y="18965"/>
                  </a:lnTo>
                  <a:lnTo>
                    <a:pt x="7986" y="18822"/>
                  </a:lnTo>
                  <a:close/>
                  <a:moveTo>
                    <a:pt x="46628" y="18965"/>
                  </a:moveTo>
                  <a:lnTo>
                    <a:pt x="46342" y="19107"/>
                  </a:lnTo>
                  <a:lnTo>
                    <a:pt x="46057" y="18965"/>
                  </a:lnTo>
                  <a:close/>
                  <a:moveTo>
                    <a:pt x="48053" y="18822"/>
                  </a:moveTo>
                  <a:lnTo>
                    <a:pt x="47626" y="18965"/>
                  </a:lnTo>
                  <a:lnTo>
                    <a:pt x="46913" y="19107"/>
                  </a:lnTo>
                  <a:lnTo>
                    <a:pt x="48053" y="18822"/>
                  </a:lnTo>
                  <a:close/>
                  <a:moveTo>
                    <a:pt x="50905" y="18965"/>
                  </a:moveTo>
                  <a:lnTo>
                    <a:pt x="50620" y="19107"/>
                  </a:lnTo>
                  <a:lnTo>
                    <a:pt x="50477" y="18965"/>
                  </a:lnTo>
                  <a:close/>
                  <a:moveTo>
                    <a:pt x="53044" y="19107"/>
                  </a:moveTo>
                  <a:lnTo>
                    <a:pt x="52474" y="19250"/>
                  </a:lnTo>
                  <a:lnTo>
                    <a:pt x="52474" y="19107"/>
                  </a:lnTo>
                  <a:close/>
                  <a:moveTo>
                    <a:pt x="55896" y="19107"/>
                  </a:moveTo>
                  <a:lnTo>
                    <a:pt x="55753" y="19250"/>
                  </a:lnTo>
                  <a:lnTo>
                    <a:pt x="55326" y="19250"/>
                  </a:lnTo>
                  <a:lnTo>
                    <a:pt x="55611" y="19107"/>
                  </a:lnTo>
                  <a:close/>
                  <a:moveTo>
                    <a:pt x="63596" y="18965"/>
                  </a:moveTo>
                  <a:lnTo>
                    <a:pt x="63738" y="19107"/>
                  </a:lnTo>
                  <a:lnTo>
                    <a:pt x="63453" y="19250"/>
                  </a:lnTo>
                  <a:lnTo>
                    <a:pt x="63025" y="19250"/>
                  </a:lnTo>
                  <a:lnTo>
                    <a:pt x="62883" y="19107"/>
                  </a:lnTo>
                  <a:lnTo>
                    <a:pt x="62883" y="18965"/>
                  </a:lnTo>
                  <a:close/>
                  <a:moveTo>
                    <a:pt x="61599" y="19250"/>
                  </a:moveTo>
                  <a:lnTo>
                    <a:pt x="61518" y="19270"/>
                  </a:lnTo>
                  <a:lnTo>
                    <a:pt x="61518" y="19270"/>
                  </a:lnTo>
                  <a:lnTo>
                    <a:pt x="61742" y="19250"/>
                  </a:lnTo>
                  <a:close/>
                  <a:moveTo>
                    <a:pt x="5989" y="18965"/>
                  </a:moveTo>
                  <a:lnTo>
                    <a:pt x="5419" y="19250"/>
                  </a:lnTo>
                  <a:lnTo>
                    <a:pt x="6132" y="19250"/>
                  </a:lnTo>
                  <a:lnTo>
                    <a:pt x="5704" y="19393"/>
                  </a:lnTo>
                  <a:lnTo>
                    <a:pt x="5276" y="19393"/>
                  </a:lnTo>
                  <a:lnTo>
                    <a:pt x="4278" y="19250"/>
                  </a:lnTo>
                  <a:lnTo>
                    <a:pt x="4849" y="19107"/>
                  </a:lnTo>
                  <a:lnTo>
                    <a:pt x="5276" y="19250"/>
                  </a:lnTo>
                  <a:lnTo>
                    <a:pt x="5419" y="19250"/>
                  </a:lnTo>
                  <a:lnTo>
                    <a:pt x="5704" y="18965"/>
                  </a:lnTo>
                  <a:close/>
                  <a:moveTo>
                    <a:pt x="44203" y="18965"/>
                  </a:moveTo>
                  <a:lnTo>
                    <a:pt x="44061" y="19107"/>
                  </a:lnTo>
                  <a:lnTo>
                    <a:pt x="43776" y="19250"/>
                  </a:lnTo>
                  <a:lnTo>
                    <a:pt x="43348" y="19393"/>
                  </a:lnTo>
                  <a:lnTo>
                    <a:pt x="43205" y="19393"/>
                  </a:lnTo>
                  <a:lnTo>
                    <a:pt x="43205" y="19250"/>
                  </a:lnTo>
                  <a:lnTo>
                    <a:pt x="42635" y="19250"/>
                  </a:lnTo>
                  <a:lnTo>
                    <a:pt x="44061" y="18965"/>
                  </a:lnTo>
                  <a:close/>
                  <a:moveTo>
                    <a:pt x="54042" y="18822"/>
                  </a:moveTo>
                  <a:lnTo>
                    <a:pt x="54470" y="19107"/>
                  </a:lnTo>
                  <a:lnTo>
                    <a:pt x="54470" y="19250"/>
                  </a:lnTo>
                  <a:lnTo>
                    <a:pt x="54185" y="19250"/>
                  </a:lnTo>
                  <a:lnTo>
                    <a:pt x="53329" y="19393"/>
                  </a:lnTo>
                  <a:lnTo>
                    <a:pt x="53614" y="19250"/>
                  </a:lnTo>
                  <a:lnTo>
                    <a:pt x="53757" y="18965"/>
                  </a:lnTo>
                  <a:lnTo>
                    <a:pt x="54042" y="18822"/>
                  </a:lnTo>
                  <a:close/>
                  <a:moveTo>
                    <a:pt x="41352" y="19393"/>
                  </a:moveTo>
                  <a:lnTo>
                    <a:pt x="41352" y="19535"/>
                  </a:lnTo>
                  <a:lnTo>
                    <a:pt x="40781" y="19535"/>
                  </a:lnTo>
                  <a:lnTo>
                    <a:pt x="40924" y="19393"/>
                  </a:lnTo>
                  <a:close/>
                  <a:moveTo>
                    <a:pt x="52189" y="19250"/>
                  </a:moveTo>
                  <a:lnTo>
                    <a:pt x="52046" y="19393"/>
                  </a:lnTo>
                  <a:lnTo>
                    <a:pt x="51618" y="19393"/>
                  </a:lnTo>
                  <a:lnTo>
                    <a:pt x="51048" y="19535"/>
                  </a:lnTo>
                  <a:lnTo>
                    <a:pt x="50620" y="19535"/>
                  </a:lnTo>
                  <a:lnTo>
                    <a:pt x="51048" y="19393"/>
                  </a:lnTo>
                  <a:lnTo>
                    <a:pt x="51761" y="19250"/>
                  </a:lnTo>
                  <a:close/>
                  <a:moveTo>
                    <a:pt x="7986" y="19107"/>
                  </a:moveTo>
                  <a:lnTo>
                    <a:pt x="7843" y="19393"/>
                  </a:lnTo>
                  <a:lnTo>
                    <a:pt x="7273" y="19393"/>
                  </a:lnTo>
                  <a:lnTo>
                    <a:pt x="7415" y="19250"/>
                  </a:lnTo>
                  <a:lnTo>
                    <a:pt x="6560" y="19535"/>
                  </a:lnTo>
                  <a:lnTo>
                    <a:pt x="6845" y="19535"/>
                  </a:lnTo>
                  <a:lnTo>
                    <a:pt x="6560" y="19678"/>
                  </a:lnTo>
                  <a:lnTo>
                    <a:pt x="6560" y="19535"/>
                  </a:lnTo>
                  <a:lnTo>
                    <a:pt x="6560" y="19393"/>
                  </a:lnTo>
                  <a:lnTo>
                    <a:pt x="6702" y="19393"/>
                  </a:lnTo>
                  <a:lnTo>
                    <a:pt x="7415" y="19250"/>
                  </a:lnTo>
                  <a:lnTo>
                    <a:pt x="7986" y="19107"/>
                  </a:lnTo>
                  <a:close/>
                  <a:moveTo>
                    <a:pt x="43776" y="19393"/>
                  </a:moveTo>
                  <a:lnTo>
                    <a:pt x="43633" y="19535"/>
                  </a:lnTo>
                  <a:lnTo>
                    <a:pt x="44203" y="19535"/>
                  </a:lnTo>
                  <a:lnTo>
                    <a:pt x="43348" y="19678"/>
                  </a:lnTo>
                  <a:lnTo>
                    <a:pt x="42920" y="19678"/>
                  </a:lnTo>
                  <a:lnTo>
                    <a:pt x="42920" y="19535"/>
                  </a:lnTo>
                  <a:lnTo>
                    <a:pt x="43063" y="19535"/>
                  </a:lnTo>
                  <a:lnTo>
                    <a:pt x="43776" y="19393"/>
                  </a:lnTo>
                  <a:close/>
                  <a:moveTo>
                    <a:pt x="45772" y="19107"/>
                  </a:moveTo>
                  <a:lnTo>
                    <a:pt x="46485" y="19250"/>
                  </a:lnTo>
                  <a:lnTo>
                    <a:pt x="47340" y="19393"/>
                  </a:lnTo>
                  <a:lnTo>
                    <a:pt x="45915" y="19535"/>
                  </a:lnTo>
                  <a:lnTo>
                    <a:pt x="45202" y="19678"/>
                  </a:lnTo>
                  <a:lnTo>
                    <a:pt x="44631" y="19678"/>
                  </a:lnTo>
                  <a:lnTo>
                    <a:pt x="45202" y="19250"/>
                  </a:lnTo>
                  <a:lnTo>
                    <a:pt x="45772" y="19107"/>
                  </a:lnTo>
                  <a:close/>
                  <a:moveTo>
                    <a:pt x="47340" y="19535"/>
                  </a:moveTo>
                  <a:lnTo>
                    <a:pt x="47198" y="19678"/>
                  </a:lnTo>
                  <a:lnTo>
                    <a:pt x="46913" y="19678"/>
                  </a:lnTo>
                  <a:lnTo>
                    <a:pt x="47340" y="19535"/>
                  </a:lnTo>
                  <a:close/>
                  <a:moveTo>
                    <a:pt x="49907" y="19535"/>
                  </a:moveTo>
                  <a:lnTo>
                    <a:pt x="50192" y="19678"/>
                  </a:lnTo>
                  <a:lnTo>
                    <a:pt x="49622" y="19678"/>
                  </a:lnTo>
                  <a:lnTo>
                    <a:pt x="49764" y="19535"/>
                  </a:lnTo>
                  <a:close/>
                  <a:moveTo>
                    <a:pt x="55040" y="19535"/>
                  </a:moveTo>
                  <a:lnTo>
                    <a:pt x="55183" y="19678"/>
                  </a:lnTo>
                  <a:lnTo>
                    <a:pt x="54898" y="19678"/>
                  </a:lnTo>
                  <a:lnTo>
                    <a:pt x="54755" y="19535"/>
                  </a:lnTo>
                  <a:close/>
                  <a:moveTo>
                    <a:pt x="40068" y="19678"/>
                  </a:moveTo>
                  <a:lnTo>
                    <a:pt x="39070" y="19820"/>
                  </a:lnTo>
                  <a:lnTo>
                    <a:pt x="39070" y="19820"/>
                  </a:lnTo>
                  <a:lnTo>
                    <a:pt x="39498" y="19678"/>
                  </a:lnTo>
                  <a:close/>
                  <a:moveTo>
                    <a:pt x="3708" y="19678"/>
                  </a:moveTo>
                  <a:lnTo>
                    <a:pt x="3423" y="19820"/>
                  </a:lnTo>
                  <a:lnTo>
                    <a:pt x="3138" y="19820"/>
                  </a:lnTo>
                  <a:lnTo>
                    <a:pt x="3708" y="19678"/>
                  </a:lnTo>
                  <a:close/>
                  <a:moveTo>
                    <a:pt x="4421" y="19678"/>
                  </a:moveTo>
                  <a:lnTo>
                    <a:pt x="3993" y="19820"/>
                  </a:lnTo>
                  <a:lnTo>
                    <a:pt x="3851" y="19820"/>
                  </a:lnTo>
                  <a:lnTo>
                    <a:pt x="3851" y="19678"/>
                  </a:lnTo>
                  <a:close/>
                  <a:moveTo>
                    <a:pt x="6132" y="19678"/>
                  </a:moveTo>
                  <a:lnTo>
                    <a:pt x="6132" y="19820"/>
                  </a:lnTo>
                  <a:lnTo>
                    <a:pt x="5989" y="19820"/>
                  </a:lnTo>
                  <a:lnTo>
                    <a:pt x="5989" y="19678"/>
                  </a:lnTo>
                  <a:close/>
                  <a:moveTo>
                    <a:pt x="43633" y="19678"/>
                  </a:moveTo>
                  <a:lnTo>
                    <a:pt x="43348" y="19820"/>
                  </a:lnTo>
                  <a:lnTo>
                    <a:pt x="43205" y="19820"/>
                  </a:lnTo>
                  <a:lnTo>
                    <a:pt x="43633" y="19678"/>
                  </a:lnTo>
                  <a:close/>
                  <a:moveTo>
                    <a:pt x="42778" y="19820"/>
                  </a:moveTo>
                  <a:lnTo>
                    <a:pt x="42635" y="19963"/>
                  </a:lnTo>
                  <a:lnTo>
                    <a:pt x="42521" y="19849"/>
                  </a:lnTo>
                  <a:lnTo>
                    <a:pt x="42521" y="19849"/>
                  </a:lnTo>
                  <a:lnTo>
                    <a:pt x="42065" y="19963"/>
                  </a:lnTo>
                  <a:lnTo>
                    <a:pt x="41637" y="19963"/>
                  </a:lnTo>
                  <a:lnTo>
                    <a:pt x="41352" y="19820"/>
                  </a:lnTo>
                  <a:lnTo>
                    <a:pt x="42492" y="19820"/>
                  </a:lnTo>
                  <a:lnTo>
                    <a:pt x="42521" y="19849"/>
                  </a:lnTo>
                  <a:lnTo>
                    <a:pt x="42521" y="19849"/>
                  </a:lnTo>
                  <a:lnTo>
                    <a:pt x="42635" y="19820"/>
                  </a:lnTo>
                  <a:close/>
                  <a:moveTo>
                    <a:pt x="48500" y="19839"/>
                  </a:moveTo>
                  <a:lnTo>
                    <a:pt x="48459" y="19842"/>
                  </a:lnTo>
                  <a:lnTo>
                    <a:pt x="48459" y="19842"/>
                  </a:lnTo>
                  <a:lnTo>
                    <a:pt x="48339" y="19963"/>
                  </a:lnTo>
                  <a:lnTo>
                    <a:pt x="48624" y="19963"/>
                  </a:lnTo>
                  <a:lnTo>
                    <a:pt x="48500" y="19839"/>
                  </a:lnTo>
                  <a:close/>
                  <a:moveTo>
                    <a:pt x="3138" y="19963"/>
                  </a:moveTo>
                  <a:lnTo>
                    <a:pt x="2567" y="20105"/>
                  </a:lnTo>
                  <a:lnTo>
                    <a:pt x="2567" y="20105"/>
                  </a:lnTo>
                  <a:lnTo>
                    <a:pt x="2852" y="19963"/>
                  </a:lnTo>
                  <a:close/>
                  <a:moveTo>
                    <a:pt x="3138" y="19963"/>
                  </a:moveTo>
                  <a:lnTo>
                    <a:pt x="3138" y="20105"/>
                  </a:lnTo>
                  <a:lnTo>
                    <a:pt x="2710" y="20105"/>
                  </a:lnTo>
                  <a:lnTo>
                    <a:pt x="3138" y="19963"/>
                  </a:lnTo>
                  <a:close/>
                  <a:moveTo>
                    <a:pt x="39498" y="19963"/>
                  </a:moveTo>
                  <a:lnTo>
                    <a:pt x="38928" y="20105"/>
                  </a:lnTo>
                  <a:lnTo>
                    <a:pt x="39498" y="20105"/>
                  </a:lnTo>
                  <a:lnTo>
                    <a:pt x="39498" y="19963"/>
                  </a:lnTo>
                  <a:close/>
                  <a:moveTo>
                    <a:pt x="37359" y="19820"/>
                  </a:moveTo>
                  <a:lnTo>
                    <a:pt x="37217" y="19963"/>
                  </a:lnTo>
                  <a:lnTo>
                    <a:pt x="36646" y="20248"/>
                  </a:lnTo>
                  <a:lnTo>
                    <a:pt x="35933" y="20248"/>
                  </a:lnTo>
                  <a:lnTo>
                    <a:pt x="36646" y="20105"/>
                  </a:lnTo>
                  <a:lnTo>
                    <a:pt x="37359" y="19820"/>
                  </a:lnTo>
                  <a:close/>
                  <a:moveTo>
                    <a:pt x="35220" y="20248"/>
                  </a:moveTo>
                  <a:lnTo>
                    <a:pt x="34793" y="20391"/>
                  </a:lnTo>
                  <a:lnTo>
                    <a:pt x="34793" y="20391"/>
                  </a:lnTo>
                  <a:lnTo>
                    <a:pt x="34935" y="20248"/>
                  </a:lnTo>
                  <a:close/>
                  <a:moveTo>
                    <a:pt x="32511" y="20248"/>
                  </a:moveTo>
                  <a:lnTo>
                    <a:pt x="32654" y="20391"/>
                  </a:lnTo>
                  <a:lnTo>
                    <a:pt x="32511" y="20391"/>
                  </a:lnTo>
                  <a:lnTo>
                    <a:pt x="32511" y="20248"/>
                  </a:lnTo>
                  <a:close/>
                  <a:moveTo>
                    <a:pt x="43348" y="20105"/>
                  </a:moveTo>
                  <a:lnTo>
                    <a:pt x="42920" y="20248"/>
                  </a:lnTo>
                  <a:lnTo>
                    <a:pt x="43491" y="20248"/>
                  </a:lnTo>
                  <a:lnTo>
                    <a:pt x="42920" y="20391"/>
                  </a:lnTo>
                  <a:lnTo>
                    <a:pt x="42920" y="20248"/>
                  </a:lnTo>
                  <a:lnTo>
                    <a:pt x="42920" y="20105"/>
                  </a:lnTo>
                  <a:close/>
                  <a:moveTo>
                    <a:pt x="6560" y="19963"/>
                  </a:moveTo>
                  <a:lnTo>
                    <a:pt x="6417" y="20248"/>
                  </a:lnTo>
                  <a:lnTo>
                    <a:pt x="5562" y="20533"/>
                  </a:lnTo>
                  <a:lnTo>
                    <a:pt x="5134" y="20676"/>
                  </a:lnTo>
                  <a:lnTo>
                    <a:pt x="5134" y="20533"/>
                  </a:lnTo>
                  <a:lnTo>
                    <a:pt x="4706" y="20676"/>
                  </a:lnTo>
                  <a:lnTo>
                    <a:pt x="4564" y="20676"/>
                  </a:lnTo>
                  <a:lnTo>
                    <a:pt x="4706" y="20533"/>
                  </a:lnTo>
                  <a:lnTo>
                    <a:pt x="5419" y="20248"/>
                  </a:lnTo>
                  <a:lnTo>
                    <a:pt x="6417" y="19963"/>
                  </a:lnTo>
                  <a:close/>
                  <a:moveTo>
                    <a:pt x="2710" y="20676"/>
                  </a:moveTo>
                  <a:lnTo>
                    <a:pt x="2539" y="20761"/>
                  </a:lnTo>
                  <a:lnTo>
                    <a:pt x="2539" y="20761"/>
                  </a:lnTo>
                  <a:lnTo>
                    <a:pt x="2763" y="20729"/>
                  </a:lnTo>
                  <a:lnTo>
                    <a:pt x="2763" y="20729"/>
                  </a:lnTo>
                  <a:lnTo>
                    <a:pt x="2710" y="20676"/>
                  </a:lnTo>
                  <a:close/>
                  <a:moveTo>
                    <a:pt x="3423" y="20248"/>
                  </a:moveTo>
                  <a:lnTo>
                    <a:pt x="3138" y="20391"/>
                  </a:lnTo>
                  <a:lnTo>
                    <a:pt x="2852" y="20533"/>
                  </a:lnTo>
                  <a:lnTo>
                    <a:pt x="3280" y="20533"/>
                  </a:lnTo>
                  <a:lnTo>
                    <a:pt x="3138" y="20676"/>
                  </a:lnTo>
                  <a:lnTo>
                    <a:pt x="2763" y="20729"/>
                  </a:lnTo>
                  <a:lnTo>
                    <a:pt x="2763" y="20729"/>
                  </a:lnTo>
                  <a:lnTo>
                    <a:pt x="2852" y="20818"/>
                  </a:lnTo>
                  <a:lnTo>
                    <a:pt x="2425" y="20818"/>
                  </a:lnTo>
                  <a:lnTo>
                    <a:pt x="2539" y="20761"/>
                  </a:lnTo>
                  <a:lnTo>
                    <a:pt x="2539" y="20761"/>
                  </a:lnTo>
                  <a:lnTo>
                    <a:pt x="2139" y="20818"/>
                  </a:lnTo>
                  <a:lnTo>
                    <a:pt x="2282" y="20676"/>
                  </a:lnTo>
                  <a:lnTo>
                    <a:pt x="2425" y="20533"/>
                  </a:lnTo>
                  <a:lnTo>
                    <a:pt x="2425" y="20533"/>
                  </a:lnTo>
                  <a:lnTo>
                    <a:pt x="1854" y="20676"/>
                  </a:lnTo>
                  <a:lnTo>
                    <a:pt x="2139" y="20533"/>
                  </a:lnTo>
                  <a:lnTo>
                    <a:pt x="2852" y="20533"/>
                  </a:lnTo>
                  <a:lnTo>
                    <a:pt x="2852" y="20391"/>
                  </a:lnTo>
                  <a:lnTo>
                    <a:pt x="2995" y="20391"/>
                  </a:lnTo>
                  <a:lnTo>
                    <a:pt x="3423" y="20248"/>
                  </a:lnTo>
                  <a:close/>
                  <a:moveTo>
                    <a:pt x="4991" y="20676"/>
                  </a:moveTo>
                  <a:lnTo>
                    <a:pt x="4706" y="20818"/>
                  </a:lnTo>
                  <a:lnTo>
                    <a:pt x="4849" y="20676"/>
                  </a:lnTo>
                  <a:close/>
                  <a:moveTo>
                    <a:pt x="32226" y="20676"/>
                  </a:moveTo>
                  <a:lnTo>
                    <a:pt x="33224" y="20818"/>
                  </a:lnTo>
                  <a:lnTo>
                    <a:pt x="31370" y="20818"/>
                  </a:lnTo>
                  <a:lnTo>
                    <a:pt x="31798" y="20676"/>
                  </a:lnTo>
                  <a:close/>
                  <a:moveTo>
                    <a:pt x="34935" y="20676"/>
                  </a:moveTo>
                  <a:lnTo>
                    <a:pt x="34935" y="20818"/>
                  </a:lnTo>
                  <a:lnTo>
                    <a:pt x="34222" y="20818"/>
                  </a:lnTo>
                  <a:lnTo>
                    <a:pt x="34935" y="20676"/>
                  </a:lnTo>
                  <a:close/>
                  <a:moveTo>
                    <a:pt x="6560" y="21104"/>
                  </a:moveTo>
                  <a:lnTo>
                    <a:pt x="6275" y="21246"/>
                  </a:lnTo>
                  <a:lnTo>
                    <a:pt x="6988" y="21104"/>
                  </a:lnTo>
                  <a:close/>
                  <a:moveTo>
                    <a:pt x="26237" y="21104"/>
                  </a:moveTo>
                  <a:lnTo>
                    <a:pt x="26237" y="21246"/>
                  </a:lnTo>
                  <a:lnTo>
                    <a:pt x="26095" y="21246"/>
                  </a:lnTo>
                  <a:lnTo>
                    <a:pt x="26237" y="21104"/>
                  </a:lnTo>
                  <a:close/>
                  <a:moveTo>
                    <a:pt x="4564" y="20961"/>
                  </a:moveTo>
                  <a:lnTo>
                    <a:pt x="4564" y="21104"/>
                  </a:lnTo>
                  <a:lnTo>
                    <a:pt x="4136" y="21246"/>
                  </a:lnTo>
                  <a:lnTo>
                    <a:pt x="2995" y="21389"/>
                  </a:lnTo>
                  <a:lnTo>
                    <a:pt x="2995" y="21389"/>
                  </a:lnTo>
                  <a:lnTo>
                    <a:pt x="3708" y="21104"/>
                  </a:lnTo>
                  <a:lnTo>
                    <a:pt x="4136" y="20961"/>
                  </a:lnTo>
                  <a:close/>
                  <a:moveTo>
                    <a:pt x="490" y="21226"/>
                  </a:moveTo>
                  <a:lnTo>
                    <a:pt x="286" y="21246"/>
                  </a:lnTo>
                  <a:lnTo>
                    <a:pt x="1" y="21246"/>
                  </a:lnTo>
                  <a:lnTo>
                    <a:pt x="96" y="21341"/>
                  </a:lnTo>
                  <a:lnTo>
                    <a:pt x="96" y="21341"/>
                  </a:lnTo>
                  <a:lnTo>
                    <a:pt x="1" y="21389"/>
                  </a:lnTo>
                  <a:lnTo>
                    <a:pt x="1" y="21389"/>
                  </a:lnTo>
                  <a:lnTo>
                    <a:pt x="108" y="21353"/>
                  </a:lnTo>
                  <a:lnTo>
                    <a:pt x="108" y="21353"/>
                  </a:lnTo>
                  <a:lnTo>
                    <a:pt x="143" y="21389"/>
                  </a:lnTo>
                  <a:lnTo>
                    <a:pt x="215" y="21317"/>
                  </a:lnTo>
                  <a:lnTo>
                    <a:pt x="215" y="21317"/>
                  </a:lnTo>
                  <a:lnTo>
                    <a:pt x="490" y="21226"/>
                  </a:lnTo>
                  <a:close/>
                  <a:moveTo>
                    <a:pt x="2567" y="21389"/>
                  </a:moveTo>
                  <a:lnTo>
                    <a:pt x="2282" y="21531"/>
                  </a:lnTo>
                  <a:lnTo>
                    <a:pt x="1997" y="21531"/>
                  </a:lnTo>
                  <a:lnTo>
                    <a:pt x="2567" y="21389"/>
                  </a:lnTo>
                  <a:close/>
                  <a:moveTo>
                    <a:pt x="25809" y="21389"/>
                  </a:moveTo>
                  <a:lnTo>
                    <a:pt x="25096" y="21531"/>
                  </a:lnTo>
                  <a:lnTo>
                    <a:pt x="24098" y="21389"/>
                  </a:lnTo>
                  <a:close/>
                  <a:moveTo>
                    <a:pt x="22958" y="21531"/>
                  </a:moveTo>
                  <a:lnTo>
                    <a:pt x="22530" y="21674"/>
                  </a:lnTo>
                  <a:lnTo>
                    <a:pt x="22245" y="21531"/>
                  </a:lnTo>
                  <a:close/>
                  <a:moveTo>
                    <a:pt x="31798" y="21531"/>
                  </a:moveTo>
                  <a:lnTo>
                    <a:pt x="31798" y="21674"/>
                  </a:lnTo>
                  <a:lnTo>
                    <a:pt x="31370" y="21674"/>
                  </a:lnTo>
                  <a:lnTo>
                    <a:pt x="31798" y="21531"/>
                  </a:lnTo>
                  <a:close/>
                  <a:moveTo>
                    <a:pt x="24098" y="21531"/>
                  </a:moveTo>
                  <a:lnTo>
                    <a:pt x="22672" y="21817"/>
                  </a:lnTo>
                  <a:lnTo>
                    <a:pt x="21817" y="21817"/>
                  </a:lnTo>
                  <a:lnTo>
                    <a:pt x="22958" y="21674"/>
                  </a:lnTo>
                  <a:lnTo>
                    <a:pt x="24098" y="21531"/>
                  </a:lnTo>
                  <a:close/>
                  <a:moveTo>
                    <a:pt x="5989" y="21817"/>
                  </a:moveTo>
                  <a:lnTo>
                    <a:pt x="5847" y="21837"/>
                  </a:lnTo>
                  <a:lnTo>
                    <a:pt x="5847" y="21837"/>
                  </a:lnTo>
                  <a:lnTo>
                    <a:pt x="5847" y="21959"/>
                  </a:lnTo>
                  <a:lnTo>
                    <a:pt x="5704" y="21959"/>
                  </a:lnTo>
                  <a:lnTo>
                    <a:pt x="5823" y="21840"/>
                  </a:lnTo>
                  <a:lnTo>
                    <a:pt x="5823" y="21840"/>
                  </a:lnTo>
                  <a:lnTo>
                    <a:pt x="4991" y="21959"/>
                  </a:lnTo>
                  <a:lnTo>
                    <a:pt x="5419" y="21817"/>
                  </a:lnTo>
                  <a:lnTo>
                    <a:pt x="5847" y="21817"/>
                  </a:lnTo>
                  <a:lnTo>
                    <a:pt x="5823" y="21840"/>
                  </a:lnTo>
                  <a:lnTo>
                    <a:pt x="5823" y="21840"/>
                  </a:lnTo>
                  <a:lnTo>
                    <a:pt x="5847" y="21837"/>
                  </a:lnTo>
                  <a:lnTo>
                    <a:pt x="5847" y="21837"/>
                  </a:lnTo>
                  <a:lnTo>
                    <a:pt x="5847" y="21817"/>
                  </a:lnTo>
                  <a:close/>
                  <a:moveTo>
                    <a:pt x="7415" y="21817"/>
                  </a:moveTo>
                  <a:lnTo>
                    <a:pt x="7415" y="21959"/>
                  </a:lnTo>
                  <a:lnTo>
                    <a:pt x="6988" y="21959"/>
                  </a:lnTo>
                  <a:lnTo>
                    <a:pt x="7415" y="21817"/>
                  </a:lnTo>
                  <a:close/>
                  <a:moveTo>
                    <a:pt x="19535" y="21959"/>
                  </a:moveTo>
                  <a:lnTo>
                    <a:pt x="19250" y="22102"/>
                  </a:lnTo>
                  <a:lnTo>
                    <a:pt x="19108" y="22102"/>
                  </a:lnTo>
                  <a:lnTo>
                    <a:pt x="19393" y="21959"/>
                  </a:lnTo>
                  <a:close/>
                  <a:moveTo>
                    <a:pt x="6417" y="22102"/>
                  </a:moveTo>
                  <a:lnTo>
                    <a:pt x="6275" y="22244"/>
                  </a:lnTo>
                  <a:lnTo>
                    <a:pt x="5419" y="22244"/>
                  </a:lnTo>
                  <a:lnTo>
                    <a:pt x="6132" y="22102"/>
                  </a:lnTo>
                  <a:close/>
                  <a:moveTo>
                    <a:pt x="25952" y="21674"/>
                  </a:moveTo>
                  <a:lnTo>
                    <a:pt x="25667" y="21817"/>
                  </a:lnTo>
                  <a:lnTo>
                    <a:pt x="24526" y="21959"/>
                  </a:lnTo>
                  <a:lnTo>
                    <a:pt x="21959" y="22244"/>
                  </a:lnTo>
                  <a:lnTo>
                    <a:pt x="22245" y="22102"/>
                  </a:lnTo>
                  <a:lnTo>
                    <a:pt x="22815" y="21959"/>
                  </a:lnTo>
                  <a:lnTo>
                    <a:pt x="24384" y="21674"/>
                  </a:lnTo>
                  <a:close/>
                  <a:moveTo>
                    <a:pt x="25667" y="22102"/>
                  </a:moveTo>
                  <a:lnTo>
                    <a:pt x="25667" y="22244"/>
                  </a:lnTo>
                  <a:lnTo>
                    <a:pt x="25239" y="22102"/>
                  </a:lnTo>
                  <a:close/>
                  <a:moveTo>
                    <a:pt x="7415" y="22102"/>
                  </a:moveTo>
                  <a:lnTo>
                    <a:pt x="7986" y="22244"/>
                  </a:lnTo>
                  <a:lnTo>
                    <a:pt x="8271" y="22387"/>
                  </a:lnTo>
                  <a:lnTo>
                    <a:pt x="8413" y="22529"/>
                  </a:lnTo>
                  <a:lnTo>
                    <a:pt x="7558" y="22529"/>
                  </a:lnTo>
                  <a:lnTo>
                    <a:pt x="7415" y="22387"/>
                  </a:lnTo>
                  <a:lnTo>
                    <a:pt x="7558" y="22244"/>
                  </a:lnTo>
                  <a:lnTo>
                    <a:pt x="7130" y="22244"/>
                  </a:lnTo>
                  <a:lnTo>
                    <a:pt x="7415" y="22102"/>
                  </a:lnTo>
                  <a:close/>
                  <a:moveTo>
                    <a:pt x="25096" y="22387"/>
                  </a:moveTo>
                  <a:lnTo>
                    <a:pt x="24954" y="22529"/>
                  </a:lnTo>
                  <a:lnTo>
                    <a:pt x="25239" y="22387"/>
                  </a:lnTo>
                  <a:close/>
                  <a:moveTo>
                    <a:pt x="25830" y="22407"/>
                  </a:moveTo>
                  <a:lnTo>
                    <a:pt x="25952" y="22529"/>
                  </a:lnTo>
                  <a:lnTo>
                    <a:pt x="26380" y="22529"/>
                  </a:lnTo>
                  <a:lnTo>
                    <a:pt x="25830" y="22407"/>
                  </a:lnTo>
                  <a:close/>
                  <a:moveTo>
                    <a:pt x="7843" y="22672"/>
                  </a:moveTo>
                  <a:lnTo>
                    <a:pt x="7558" y="22815"/>
                  </a:lnTo>
                  <a:lnTo>
                    <a:pt x="7130" y="22815"/>
                  </a:lnTo>
                  <a:lnTo>
                    <a:pt x="7700" y="22672"/>
                  </a:lnTo>
                  <a:close/>
                  <a:moveTo>
                    <a:pt x="16256" y="22815"/>
                  </a:moveTo>
                  <a:lnTo>
                    <a:pt x="16256" y="22872"/>
                  </a:lnTo>
                  <a:lnTo>
                    <a:pt x="16256" y="22872"/>
                  </a:lnTo>
                  <a:lnTo>
                    <a:pt x="16351" y="22815"/>
                  </a:lnTo>
                  <a:close/>
                  <a:moveTo>
                    <a:pt x="7273" y="22672"/>
                  </a:moveTo>
                  <a:lnTo>
                    <a:pt x="6560" y="22815"/>
                  </a:lnTo>
                  <a:lnTo>
                    <a:pt x="5847" y="22957"/>
                  </a:lnTo>
                  <a:lnTo>
                    <a:pt x="5847" y="22957"/>
                  </a:lnTo>
                  <a:lnTo>
                    <a:pt x="5989" y="22815"/>
                  </a:lnTo>
                  <a:lnTo>
                    <a:pt x="6417" y="22672"/>
                  </a:lnTo>
                  <a:close/>
                  <a:moveTo>
                    <a:pt x="8699" y="22815"/>
                  </a:moveTo>
                  <a:lnTo>
                    <a:pt x="8413" y="22957"/>
                  </a:lnTo>
                  <a:lnTo>
                    <a:pt x="8128" y="22957"/>
                  </a:lnTo>
                  <a:lnTo>
                    <a:pt x="7986" y="22815"/>
                  </a:lnTo>
                  <a:close/>
                  <a:moveTo>
                    <a:pt x="6988" y="22957"/>
                  </a:moveTo>
                  <a:lnTo>
                    <a:pt x="6560" y="23100"/>
                  </a:lnTo>
                  <a:lnTo>
                    <a:pt x="6560" y="22957"/>
                  </a:lnTo>
                  <a:close/>
                  <a:moveTo>
                    <a:pt x="14545" y="22815"/>
                  </a:moveTo>
                  <a:lnTo>
                    <a:pt x="14545" y="22957"/>
                  </a:lnTo>
                  <a:lnTo>
                    <a:pt x="14402" y="23100"/>
                  </a:lnTo>
                  <a:lnTo>
                    <a:pt x="13974" y="22957"/>
                  </a:lnTo>
                  <a:lnTo>
                    <a:pt x="14260" y="22815"/>
                  </a:lnTo>
                  <a:close/>
                  <a:moveTo>
                    <a:pt x="12976" y="23100"/>
                  </a:moveTo>
                  <a:lnTo>
                    <a:pt x="12691" y="23242"/>
                  </a:lnTo>
                  <a:lnTo>
                    <a:pt x="12549" y="23242"/>
                  </a:lnTo>
                  <a:lnTo>
                    <a:pt x="12976" y="23100"/>
                  </a:lnTo>
                  <a:close/>
                  <a:moveTo>
                    <a:pt x="19250" y="23278"/>
                  </a:moveTo>
                  <a:lnTo>
                    <a:pt x="19108" y="23290"/>
                  </a:lnTo>
                  <a:lnTo>
                    <a:pt x="19108" y="23290"/>
                  </a:lnTo>
                  <a:lnTo>
                    <a:pt x="18823" y="23385"/>
                  </a:lnTo>
                  <a:lnTo>
                    <a:pt x="18823" y="23385"/>
                  </a:lnTo>
                  <a:lnTo>
                    <a:pt x="19250" y="23278"/>
                  </a:lnTo>
                  <a:close/>
                  <a:moveTo>
                    <a:pt x="9982" y="23242"/>
                  </a:moveTo>
                  <a:lnTo>
                    <a:pt x="9697" y="23385"/>
                  </a:lnTo>
                  <a:lnTo>
                    <a:pt x="9126" y="23385"/>
                  </a:lnTo>
                  <a:lnTo>
                    <a:pt x="9982" y="23242"/>
                  </a:lnTo>
                  <a:close/>
                  <a:moveTo>
                    <a:pt x="6132" y="23813"/>
                  </a:moveTo>
                  <a:lnTo>
                    <a:pt x="6702" y="23955"/>
                  </a:lnTo>
                  <a:lnTo>
                    <a:pt x="6560" y="23955"/>
                  </a:lnTo>
                  <a:lnTo>
                    <a:pt x="6845" y="24098"/>
                  </a:lnTo>
                  <a:lnTo>
                    <a:pt x="6417" y="24098"/>
                  </a:lnTo>
                  <a:lnTo>
                    <a:pt x="6560" y="23955"/>
                  </a:lnTo>
                  <a:lnTo>
                    <a:pt x="5989" y="23955"/>
                  </a:lnTo>
                  <a:lnTo>
                    <a:pt x="6132" y="23813"/>
                  </a:lnTo>
                  <a:close/>
                  <a:moveTo>
                    <a:pt x="8841" y="23955"/>
                  </a:moveTo>
                  <a:lnTo>
                    <a:pt x="8699" y="24098"/>
                  </a:lnTo>
                  <a:lnTo>
                    <a:pt x="8556" y="23955"/>
                  </a:lnTo>
                  <a:close/>
                  <a:moveTo>
                    <a:pt x="10267" y="23813"/>
                  </a:moveTo>
                  <a:lnTo>
                    <a:pt x="10267" y="23955"/>
                  </a:lnTo>
                  <a:lnTo>
                    <a:pt x="9982" y="24098"/>
                  </a:lnTo>
                  <a:lnTo>
                    <a:pt x="9554" y="24098"/>
                  </a:lnTo>
                  <a:lnTo>
                    <a:pt x="9982" y="23955"/>
                  </a:lnTo>
                  <a:lnTo>
                    <a:pt x="10267" y="23813"/>
                  </a:lnTo>
                  <a:close/>
                  <a:moveTo>
                    <a:pt x="141735" y="1"/>
                  </a:moveTo>
                  <a:lnTo>
                    <a:pt x="141022" y="144"/>
                  </a:lnTo>
                  <a:lnTo>
                    <a:pt x="139881" y="144"/>
                  </a:lnTo>
                  <a:lnTo>
                    <a:pt x="140166" y="286"/>
                  </a:lnTo>
                  <a:lnTo>
                    <a:pt x="140879" y="571"/>
                  </a:lnTo>
                  <a:lnTo>
                    <a:pt x="141022" y="714"/>
                  </a:lnTo>
                  <a:lnTo>
                    <a:pt x="141022" y="856"/>
                  </a:lnTo>
                  <a:lnTo>
                    <a:pt x="140024" y="856"/>
                  </a:lnTo>
                  <a:lnTo>
                    <a:pt x="138741" y="1142"/>
                  </a:lnTo>
                  <a:lnTo>
                    <a:pt x="139596" y="1284"/>
                  </a:lnTo>
                  <a:lnTo>
                    <a:pt x="139596" y="1427"/>
                  </a:lnTo>
                  <a:lnTo>
                    <a:pt x="139453" y="1569"/>
                  </a:lnTo>
                  <a:lnTo>
                    <a:pt x="138741" y="1712"/>
                  </a:lnTo>
                  <a:lnTo>
                    <a:pt x="137600" y="1855"/>
                  </a:lnTo>
                  <a:lnTo>
                    <a:pt x="134178" y="2140"/>
                  </a:lnTo>
                  <a:lnTo>
                    <a:pt x="132039" y="2140"/>
                  </a:lnTo>
                  <a:lnTo>
                    <a:pt x="131896" y="2282"/>
                  </a:lnTo>
                  <a:lnTo>
                    <a:pt x="131754" y="2282"/>
                  </a:lnTo>
                  <a:lnTo>
                    <a:pt x="131896" y="2140"/>
                  </a:lnTo>
                  <a:lnTo>
                    <a:pt x="130898" y="2140"/>
                  </a:lnTo>
                  <a:lnTo>
                    <a:pt x="131183" y="2282"/>
                  </a:lnTo>
                  <a:lnTo>
                    <a:pt x="131326" y="2282"/>
                  </a:lnTo>
                  <a:lnTo>
                    <a:pt x="130613" y="2710"/>
                  </a:lnTo>
                  <a:lnTo>
                    <a:pt x="129615" y="2710"/>
                  </a:lnTo>
                  <a:lnTo>
                    <a:pt x="128474" y="2282"/>
                  </a:lnTo>
                  <a:lnTo>
                    <a:pt x="127191" y="2140"/>
                  </a:lnTo>
                  <a:lnTo>
                    <a:pt x="126763" y="2140"/>
                  </a:lnTo>
                  <a:lnTo>
                    <a:pt x="126478" y="2425"/>
                  </a:lnTo>
                  <a:lnTo>
                    <a:pt x="127191" y="2282"/>
                  </a:lnTo>
                  <a:lnTo>
                    <a:pt x="127191" y="2282"/>
                  </a:lnTo>
                  <a:lnTo>
                    <a:pt x="127048" y="2425"/>
                  </a:lnTo>
                  <a:lnTo>
                    <a:pt x="126906" y="2567"/>
                  </a:lnTo>
                  <a:lnTo>
                    <a:pt x="126906" y="2710"/>
                  </a:lnTo>
                  <a:lnTo>
                    <a:pt x="127191" y="2710"/>
                  </a:lnTo>
                  <a:lnTo>
                    <a:pt x="127476" y="2853"/>
                  </a:lnTo>
                  <a:lnTo>
                    <a:pt x="127761" y="2853"/>
                  </a:lnTo>
                  <a:lnTo>
                    <a:pt x="127333" y="2995"/>
                  </a:lnTo>
                  <a:lnTo>
                    <a:pt x="125622" y="2995"/>
                  </a:lnTo>
                  <a:lnTo>
                    <a:pt x="124909" y="3138"/>
                  </a:lnTo>
                  <a:lnTo>
                    <a:pt x="124909" y="2995"/>
                  </a:lnTo>
                  <a:lnTo>
                    <a:pt x="125052" y="2995"/>
                  </a:lnTo>
                  <a:lnTo>
                    <a:pt x="125480" y="2710"/>
                  </a:lnTo>
                  <a:lnTo>
                    <a:pt x="125622" y="2567"/>
                  </a:lnTo>
                  <a:lnTo>
                    <a:pt x="125622" y="2567"/>
                  </a:lnTo>
                  <a:lnTo>
                    <a:pt x="122628" y="2710"/>
                  </a:lnTo>
                  <a:lnTo>
                    <a:pt x="120346" y="2567"/>
                  </a:lnTo>
                  <a:lnTo>
                    <a:pt x="118778" y="2425"/>
                  </a:lnTo>
                  <a:lnTo>
                    <a:pt x="117495" y="2282"/>
                  </a:lnTo>
                  <a:lnTo>
                    <a:pt x="116639" y="2140"/>
                  </a:lnTo>
                  <a:lnTo>
                    <a:pt x="115784" y="1997"/>
                  </a:lnTo>
                  <a:lnTo>
                    <a:pt x="114785" y="2140"/>
                  </a:lnTo>
                  <a:lnTo>
                    <a:pt x="113502" y="2425"/>
                  </a:lnTo>
                  <a:lnTo>
                    <a:pt x="113360" y="2425"/>
                  </a:lnTo>
                  <a:lnTo>
                    <a:pt x="114215" y="2710"/>
                  </a:lnTo>
                  <a:lnTo>
                    <a:pt x="114358" y="2710"/>
                  </a:lnTo>
                  <a:lnTo>
                    <a:pt x="114215" y="2853"/>
                  </a:lnTo>
                  <a:lnTo>
                    <a:pt x="113360" y="3138"/>
                  </a:lnTo>
                  <a:lnTo>
                    <a:pt x="112219" y="3138"/>
                  </a:lnTo>
                  <a:lnTo>
                    <a:pt x="113074" y="3280"/>
                  </a:lnTo>
                  <a:lnTo>
                    <a:pt x="112504" y="3423"/>
                  </a:lnTo>
                  <a:lnTo>
                    <a:pt x="112076" y="3423"/>
                  </a:lnTo>
                  <a:lnTo>
                    <a:pt x="111363" y="3280"/>
                  </a:lnTo>
                  <a:lnTo>
                    <a:pt x="111791" y="3138"/>
                  </a:lnTo>
                  <a:lnTo>
                    <a:pt x="112219" y="3138"/>
                  </a:lnTo>
                  <a:lnTo>
                    <a:pt x="111934" y="2995"/>
                  </a:lnTo>
                  <a:lnTo>
                    <a:pt x="111648" y="2710"/>
                  </a:lnTo>
                  <a:lnTo>
                    <a:pt x="112076" y="2853"/>
                  </a:lnTo>
                  <a:lnTo>
                    <a:pt x="112076" y="2853"/>
                  </a:lnTo>
                  <a:lnTo>
                    <a:pt x="111934" y="2710"/>
                  </a:lnTo>
                  <a:lnTo>
                    <a:pt x="111506" y="2567"/>
                  </a:lnTo>
                  <a:lnTo>
                    <a:pt x="110650" y="2567"/>
                  </a:lnTo>
                  <a:lnTo>
                    <a:pt x="111363" y="2425"/>
                  </a:lnTo>
                  <a:lnTo>
                    <a:pt x="111506" y="2425"/>
                  </a:lnTo>
                  <a:lnTo>
                    <a:pt x="111648" y="2282"/>
                  </a:lnTo>
                  <a:lnTo>
                    <a:pt x="112219" y="2140"/>
                  </a:lnTo>
                  <a:lnTo>
                    <a:pt x="111363" y="2140"/>
                  </a:lnTo>
                  <a:lnTo>
                    <a:pt x="111791" y="1997"/>
                  </a:lnTo>
                  <a:lnTo>
                    <a:pt x="111648" y="1855"/>
                  </a:lnTo>
                  <a:lnTo>
                    <a:pt x="111363" y="1712"/>
                  </a:lnTo>
                  <a:lnTo>
                    <a:pt x="110508" y="1569"/>
                  </a:lnTo>
                  <a:lnTo>
                    <a:pt x="109367" y="1569"/>
                  </a:lnTo>
                  <a:lnTo>
                    <a:pt x="108084" y="1712"/>
                  </a:lnTo>
                  <a:lnTo>
                    <a:pt x="106943" y="1997"/>
                  </a:lnTo>
                  <a:lnTo>
                    <a:pt x="106087" y="2140"/>
                  </a:lnTo>
                  <a:lnTo>
                    <a:pt x="105945" y="2282"/>
                  </a:lnTo>
                  <a:lnTo>
                    <a:pt x="105945" y="2425"/>
                  </a:lnTo>
                  <a:lnTo>
                    <a:pt x="106087" y="2425"/>
                  </a:lnTo>
                  <a:lnTo>
                    <a:pt x="106373" y="2567"/>
                  </a:lnTo>
                  <a:lnTo>
                    <a:pt x="106800" y="2567"/>
                  </a:lnTo>
                  <a:lnTo>
                    <a:pt x="106515" y="2710"/>
                  </a:lnTo>
                  <a:lnTo>
                    <a:pt x="106230" y="2995"/>
                  </a:lnTo>
                  <a:lnTo>
                    <a:pt x="106943" y="2995"/>
                  </a:lnTo>
                  <a:lnTo>
                    <a:pt x="106515" y="2853"/>
                  </a:lnTo>
                  <a:lnTo>
                    <a:pt x="107608" y="2853"/>
                  </a:lnTo>
                  <a:lnTo>
                    <a:pt x="107228" y="3138"/>
                  </a:lnTo>
                  <a:lnTo>
                    <a:pt x="106658" y="3423"/>
                  </a:lnTo>
                  <a:lnTo>
                    <a:pt x="106000" y="3642"/>
                  </a:lnTo>
                  <a:lnTo>
                    <a:pt x="106000" y="3642"/>
                  </a:lnTo>
                  <a:lnTo>
                    <a:pt x="107228" y="3566"/>
                  </a:lnTo>
                  <a:lnTo>
                    <a:pt x="108512" y="3423"/>
                  </a:lnTo>
                  <a:lnTo>
                    <a:pt x="109082" y="3280"/>
                  </a:lnTo>
                  <a:lnTo>
                    <a:pt x="109224" y="3138"/>
                  </a:lnTo>
                  <a:lnTo>
                    <a:pt x="109082" y="2995"/>
                  </a:lnTo>
                  <a:lnTo>
                    <a:pt x="109082" y="2853"/>
                  </a:lnTo>
                  <a:lnTo>
                    <a:pt x="110650" y="2853"/>
                  </a:lnTo>
                  <a:lnTo>
                    <a:pt x="109937" y="2995"/>
                  </a:lnTo>
                  <a:lnTo>
                    <a:pt x="110508" y="2995"/>
                  </a:lnTo>
                  <a:lnTo>
                    <a:pt x="110365" y="3138"/>
                  </a:lnTo>
                  <a:lnTo>
                    <a:pt x="110650" y="3138"/>
                  </a:lnTo>
                  <a:lnTo>
                    <a:pt x="110365" y="3280"/>
                  </a:lnTo>
                  <a:lnTo>
                    <a:pt x="108512" y="3708"/>
                  </a:lnTo>
                  <a:lnTo>
                    <a:pt x="106230" y="3993"/>
                  </a:lnTo>
                  <a:lnTo>
                    <a:pt x="105375" y="3993"/>
                  </a:lnTo>
                  <a:lnTo>
                    <a:pt x="105144" y="3840"/>
                  </a:lnTo>
                  <a:lnTo>
                    <a:pt x="105144" y="3840"/>
                  </a:lnTo>
                  <a:lnTo>
                    <a:pt x="105089" y="3851"/>
                  </a:lnTo>
                  <a:lnTo>
                    <a:pt x="103378" y="3708"/>
                  </a:lnTo>
                  <a:lnTo>
                    <a:pt x="101667" y="3566"/>
                  </a:lnTo>
                  <a:lnTo>
                    <a:pt x="98815" y="2853"/>
                  </a:lnTo>
                  <a:lnTo>
                    <a:pt x="98102" y="2853"/>
                  </a:lnTo>
                  <a:lnTo>
                    <a:pt x="98245" y="2995"/>
                  </a:lnTo>
                  <a:lnTo>
                    <a:pt x="97532" y="3280"/>
                  </a:lnTo>
                  <a:lnTo>
                    <a:pt x="96677" y="3708"/>
                  </a:lnTo>
                  <a:lnTo>
                    <a:pt x="95108" y="3993"/>
                  </a:lnTo>
                  <a:lnTo>
                    <a:pt x="92399" y="4136"/>
                  </a:lnTo>
                  <a:lnTo>
                    <a:pt x="93254" y="3851"/>
                  </a:lnTo>
                  <a:lnTo>
                    <a:pt x="93397" y="3708"/>
                  </a:lnTo>
                  <a:lnTo>
                    <a:pt x="91971" y="3566"/>
                  </a:lnTo>
                  <a:lnTo>
                    <a:pt x="92969" y="3423"/>
                  </a:lnTo>
                  <a:lnTo>
                    <a:pt x="93254" y="3280"/>
                  </a:lnTo>
                  <a:lnTo>
                    <a:pt x="93112" y="3280"/>
                  </a:lnTo>
                  <a:lnTo>
                    <a:pt x="92541" y="3138"/>
                  </a:lnTo>
                  <a:lnTo>
                    <a:pt x="92114" y="3138"/>
                  </a:lnTo>
                  <a:lnTo>
                    <a:pt x="91686" y="3280"/>
                  </a:lnTo>
                  <a:lnTo>
                    <a:pt x="92827" y="3280"/>
                  </a:lnTo>
                  <a:lnTo>
                    <a:pt x="91543" y="3423"/>
                  </a:lnTo>
                  <a:lnTo>
                    <a:pt x="91401" y="3566"/>
                  </a:lnTo>
                  <a:lnTo>
                    <a:pt x="90973" y="3566"/>
                  </a:lnTo>
                  <a:lnTo>
                    <a:pt x="91543" y="3423"/>
                  </a:lnTo>
                  <a:lnTo>
                    <a:pt x="90403" y="3566"/>
                  </a:lnTo>
                  <a:lnTo>
                    <a:pt x="90545" y="3566"/>
                  </a:lnTo>
                  <a:lnTo>
                    <a:pt x="91686" y="3708"/>
                  </a:lnTo>
                  <a:lnTo>
                    <a:pt x="89832" y="3708"/>
                  </a:lnTo>
                  <a:lnTo>
                    <a:pt x="89975" y="3851"/>
                  </a:lnTo>
                  <a:lnTo>
                    <a:pt x="89999" y="3863"/>
                  </a:lnTo>
                  <a:lnTo>
                    <a:pt x="89999" y="3863"/>
                  </a:lnTo>
                  <a:lnTo>
                    <a:pt x="88692" y="3993"/>
                  </a:lnTo>
                  <a:lnTo>
                    <a:pt x="89119" y="4136"/>
                  </a:lnTo>
                  <a:lnTo>
                    <a:pt x="89975" y="4421"/>
                  </a:lnTo>
                  <a:lnTo>
                    <a:pt x="89975" y="4421"/>
                  </a:lnTo>
                  <a:lnTo>
                    <a:pt x="88549" y="3993"/>
                  </a:lnTo>
                  <a:lnTo>
                    <a:pt x="87266" y="3708"/>
                  </a:lnTo>
                  <a:lnTo>
                    <a:pt x="84842" y="3708"/>
                  </a:lnTo>
                  <a:lnTo>
                    <a:pt x="84699" y="3727"/>
                  </a:lnTo>
                  <a:lnTo>
                    <a:pt x="84699" y="3727"/>
                  </a:lnTo>
                  <a:lnTo>
                    <a:pt x="84699" y="3851"/>
                  </a:lnTo>
                  <a:lnTo>
                    <a:pt x="84129" y="3993"/>
                  </a:lnTo>
                  <a:lnTo>
                    <a:pt x="84271" y="3993"/>
                  </a:lnTo>
                  <a:lnTo>
                    <a:pt x="83986" y="4136"/>
                  </a:lnTo>
                  <a:lnTo>
                    <a:pt x="83843" y="3993"/>
                  </a:lnTo>
                  <a:lnTo>
                    <a:pt x="83701" y="3993"/>
                  </a:lnTo>
                  <a:lnTo>
                    <a:pt x="82988" y="4136"/>
                  </a:lnTo>
                  <a:lnTo>
                    <a:pt x="83273" y="3993"/>
                  </a:lnTo>
                  <a:lnTo>
                    <a:pt x="83416" y="3993"/>
                  </a:lnTo>
                  <a:lnTo>
                    <a:pt x="83675" y="3864"/>
                  </a:lnTo>
                  <a:lnTo>
                    <a:pt x="83675" y="3864"/>
                  </a:lnTo>
                  <a:lnTo>
                    <a:pt x="82703" y="3993"/>
                  </a:lnTo>
                  <a:lnTo>
                    <a:pt x="81562" y="3993"/>
                  </a:lnTo>
                  <a:lnTo>
                    <a:pt x="80706" y="3851"/>
                  </a:lnTo>
                  <a:lnTo>
                    <a:pt x="80564" y="3708"/>
                  </a:lnTo>
                  <a:lnTo>
                    <a:pt x="80136" y="3566"/>
                  </a:lnTo>
                  <a:lnTo>
                    <a:pt x="79423" y="3708"/>
                  </a:lnTo>
                  <a:lnTo>
                    <a:pt x="79138" y="3851"/>
                  </a:lnTo>
                  <a:lnTo>
                    <a:pt x="79281" y="3993"/>
                  </a:lnTo>
                  <a:lnTo>
                    <a:pt x="79281" y="3993"/>
                  </a:lnTo>
                  <a:lnTo>
                    <a:pt x="77855" y="4278"/>
                  </a:lnTo>
                  <a:lnTo>
                    <a:pt x="75145" y="4564"/>
                  </a:lnTo>
                  <a:lnTo>
                    <a:pt x="73434" y="4849"/>
                  </a:lnTo>
                  <a:lnTo>
                    <a:pt x="74147" y="4991"/>
                  </a:lnTo>
                  <a:lnTo>
                    <a:pt x="73720" y="5134"/>
                  </a:lnTo>
                  <a:lnTo>
                    <a:pt x="73292" y="5277"/>
                  </a:lnTo>
                  <a:lnTo>
                    <a:pt x="72009" y="5277"/>
                  </a:lnTo>
                  <a:lnTo>
                    <a:pt x="71866" y="5134"/>
                  </a:lnTo>
                  <a:lnTo>
                    <a:pt x="72009" y="4991"/>
                  </a:lnTo>
                  <a:lnTo>
                    <a:pt x="72436" y="4849"/>
                  </a:lnTo>
                  <a:lnTo>
                    <a:pt x="71866" y="4849"/>
                  </a:lnTo>
                  <a:lnTo>
                    <a:pt x="71438" y="4991"/>
                  </a:lnTo>
                  <a:lnTo>
                    <a:pt x="71153" y="5134"/>
                  </a:lnTo>
                  <a:lnTo>
                    <a:pt x="70725" y="5277"/>
                  </a:lnTo>
                  <a:lnTo>
                    <a:pt x="71296" y="5277"/>
                  </a:lnTo>
                  <a:lnTo>
                    <a:pt x="71010" y="5419"/>
                  </a:lnTo>
                  <a:lnTo>
                    <a:pt x="71438" y="5562"/>
                  </a:lnTo>
                  <a:lnTo>
                    <a:pt x="71581" y="5562"/>
                  </a:lnTo>
                  <a:lnTo>
                    <a:pt x="71010" y="5704"/>
                  </a:lnTo>
                  <a:lnTo>
                    <a:pt x="70012" y="5704"/>
                  </a:lnTo>
                  <a:lnTo>
                    <a:pt x="69584" y="5562"/>
                  </a:lnTo>
                  <a:lnTo>
                    <a:pt x="69299" y="5277"/>
                  </a:lnTo>
                  <a:lnTo>
                    <a:pt x="70155" y="5277"/>
                  </a:lnTo>
                  <a:lnTo>
                    <a:pt x="70868" y="5134"/>
                  </a:lnTo>
                  <a:lnTo>
                    <a:pt x="68444" y="5134"/>
                  </a:lnTo>
                  <a:lnTo>
                    <a:pt x="66305" y="5562"/>
                  </a:lnTo>
                  <a:lnTo>
                    <a:pt x="63738" y="6132"/>
                  </a:lnTo>
                  <a:lnTo>
                    <a:pt x="62312" y="6417"/>
                  </a:lnTo>
                  <a:lnTo>
                    <a:pt x="60887" y="6417"/>
                  </a:lnTo>
                  <a:lnTo>
                    <a:pt x="60601" y="6702"/>
                  </a:lnTo>
                  <a:lnTo>
                    <a:pt x="60174" y="6845"/>
                  </a:lnTo>
                  <a:lnTo>
                    <a:pt x="58890" y="7130"/>
                  </a:lnTo>
                  <a:lnTo>
                    <a:pt x="56181" y="7227"/>
                  </a:lnTo>
                  <a:lnTo>
                    <a:pt x="56181" y="7227"/>
                  </a:lnTo>
                  <a:lnTo>
                    <a:pt x="56181" y="7273"/>
                  </a:lnTo>
                  <a:lnTo>
                    <a:pt x="55611" y="7415"/>
                  </a:lnTo>
                  <a:lnTo>
                    <a:pt x="55040" y="7415"/>
                  </a:lnTo>
                  <a:lnTo>
                    <a:pt x="55183" y="7273"/>
                  </a:lnTo>
                  <a:lnTo>
                    <a:pt x="55230" y="7261"/>
                  </a:lnTo>
                  <a:lnTo>
                    <a:pt x="55230" y="7261"/>
                  </a:lnTo>
                  <a:lnTo>
                    <a:pt x="54898" y="7273"/>
                  </a:lnTo>
                  <a:lnTo>
                    <a:pt x="52616" y="7415"/>
                  </a:lnTo>
                  <a:lnTo>
                    <a:pt x="50477" y="7701"/>
                  </a:lnTo>
                  <a:lnTo>
                    <a:pt x="48481" y="7986"/>
                  </a:lnTo>
                  <a:lnTo>
                    <a:pt x="47626" y="8128"/>
                  </a:lnTo>
                  <a:lnTo>
                    <a:pt x="46913" y="8413"/>
                  </a:lnTo>
                  <a:lnTo>
                    <a:pt x="47768" y="8556"/>
                  </a:lnTo>
                  <a:lnTo>
                    <a:pt x="48339" y="8556"/>
                  </a:lnTo>
                  <a:lnTo>
                    <a:pt x="48766" y="8413"/>
                  </a:lnTo>
                  <a:lnTo>
                    <a:pt x="49194" y="8271"/>
                  </a:lnTo>
                  <a:lnTo>
                    <a:pt x="49622" y="7986"/>
                  </a:lnTo>
                  <a:lnTo>
                    <a:pt x="50050" y="7986"/>
                  </a:lnTo>
                  <a:lnTo>
                    <a:pt x="50335" y="8128"/>
                  </a:lnTo>
                  <a:lnTo>
                    <a:pt x="50192" y="8128"/>
                  </a:lnTo>
                  <a:lnTo>
                    <a:pt x="49907" y="8271"/>
                  </a:lnTo>
                  <a:lnTo>
                    <a:pt x="50335" y="8271"/>
                  </a:lnTo>
                  <a:lnTo>
                    <a:pt x="49479" y="8413"/>
                  </a:lnTo>
                  <a:lnTo>
                    <a:pt x="50905" y="8413"/>
                  </a:lnTo>
                  <a:lnTo>
                    <a:pt x="50335" y="8556"/>
                  </a:lnTo>
                  <a:lnTo>
                    <a:pt x="50763" y="8556"/>
                  </a:lnTo>
                  <a:lnTo>
                    <a:pt x="50192" y="8699"/>
                  </a:lnTo>
                  <a:lnTo>
                    <a:pt x="49479" y="8699"/>
                  </a:lnTo>
                  <a:lnTo>
                    <a:pt x="49479" y="8841"/>
                  </a:lnTo>
                  <a:lnTo>
                    <a:pt x="49764" y="8841"/>
                  </a:lnTo>
                  <a:lnTo>
                    <a:pt x="47340" y="8984"/>
                  </a:lnTo>
                  <a:lnTo>
                    <a:pt x="46200" y="8984"/>
                  </a:lnTo>
                  <a:lnTo>
                    <a:pt x="44203" y="9412"/>
                  </a:lnTo>
                  <a:lnTo>
                    <a:pt x="45059" y="9412"/>
                  </a:lnTo>
                  <a:lnTo>
                    <a:pt x="44631" y="9554"/>
                  </a:lnTo>
                  <a:lnTo>
                    <a:pt x="42920" y="9554"/>
                  </a:lnTo>
                  <a:lnTo>
                    <a:pt x="42492" y="9412"/>
                  </a:lnTo>
                  <a:lnTo>
                    <a:pt x="42492" y="9269"/>
                  </a:lnTo>
                  <a:lnTo>
                    <a:pt x="42635" y="9126"/>
                  </a:lnTo>
                  <a:lnTo>
                    <a:pt x="44061" y="8699"/>
                  </a:lnTo>
                  <a:lnTo>
                    <a:pt x="44061" y="8699"/>
                  </a:lnTo>
                  <a:lnTo>
                    <a:pt x="41352" y="8984"/>
                  </a:lnTo>
                  <a:lnTo>
                    <a:pt x="38357" y="9269"/>
                  </a:lnTo>
                  <a:lnTo>
                    <a:pt x="36076" y="9554"/>
                  </a:lnTo>
                  <a:lnTo>
                    <a:pt x="35648" y="9697"/>
                  </a:lnTo>
                  <a:lnTo>
                    <a:pt x="35506" y="9697"/>
                  </a:lnTo>
                  <a:lnTo>
                    <a:pt x="35648" y="9839"/>
                  </a:lnTo>
                  <a:lnTo>
                    <a:pt x="35791" y="9839"/>
                  </a:lnTo>
                  <a:lnTo>
                    <a:pt x="35933" y="9982"/>
                  </a:lnTo>
                  <a:lnTo>
                    <a:pt x="36076" y="9982"/>
                  </a:lnTo>
                  <a:lnTo>
                    <a:pt x="35791" y="10125"/>
                  </a:lnTo>
                  <a:lnTo>
                    <a:pt x="36218" y="10125"/>
                  </a:lnTo>
                  <a:lnTo>
                    <a:pt x="35933" y="10267"/>
                  </a:lnTo>
                  <a:lnTo>
                    <a:pt x="36646" y="10125"/>
                  </a:lnTo>
                  <a:lnTo>
                    <a:pt x="37359" y="9982"/>
                  </a:lnTo>
                  <a:lnTo>
                    <a:pt x="37502" y="9982"/>
                  </a:lnTo>
                  <a:lnTo>
                    <a:pt x="36789" y="10125"/>
                  </a:lnTo>
                  <a:lnTo>
                    <a:pt x="36361" y="10410"/>
                  </a:lnTo>
                  <a:lnTo>
                    <a:pt x="36361" y="10552"/>
                  </a:lnTo>
                  <a:lnTo>
                    <a:pt x="36504" y="10552"/>
                  </a:lnTo>
                  <a:lnTo>
                    <a:pt x="35791" y="10695"/>
                  </a:lnTo>
                  <a:lnTo>
                    <a:pt x="35648" y="10837"/>
                  </a:lnTo>
                  <a:lnTo>
                    <a:pt x="36076" y="10980"/>
                  </a:lnTo>
                  <a:lnTo>
                    <a:pt x="36076" y="11123"/>
                  </a:lnTo>
                  <a:lnTo>
                    <a:pt x="35506" y="11123"/>
                  </a:lnTo>
                  <a:lnTo>
                    <a:pt x="34507" y="11265"/>
                  </a:lnTo>
                  <a:lnTo>
                    <a:pt x="33367" y="11265"/>
                  </a:lnTo>
                  <a:lnTo>
                    <a:pt x="34222" y="10980"/>
                  </a:lnTo>
                  <a:lnTo>
                    <a:pt x="34365" y="10980"/>
                  </a:lnTo>
                  <a:lnTo>
                    <a:pt x="34222" y="10837"/>
                  </a:lnTo>
                  <a:lnTo>
                    <a:pt x="32796" y="10837"/>
                  </a:lnTo>
                  <a:lnTo>
                    <a:pt x="33794" y="10695"/>
                  </a:lnTo>
                  <a:lnTo>
                    <a:pt x="34080" y="10552"/>
                  </a:lnTo>
                  <a:lnTo>
                    <a:pt x="33937" y="10410"/>
                  </a:lnTo>
                  <a:lnTo>
                    <a:pt x="33509" y="10410"/>
                  </a:lnTo>
                  <a:lnTo>
                    <a:pt x="31085" y="10552"/>
                  </a:lnTo>
                  <a:lnTo>
                    <a:pt x="31085" y="10552"/>
                  </a:lnTo>
                  <a:lnTo>
                    <a:pt x="32083" y="10410"/>
                  </a:lnTo>
                  <a:lnTo>
                    <a:pt x="31085" y="10267"/>
                  </a:lnTo>
                  <a:lnTo>
                    <a:pt x="32083" y="10125"/>
                  </a:lnTo>
                  <a:lnTo>
                    <a:pt x="32654" y="9839"/>
                  </a:lnTo>
                  <a:lnTo>
                    <a:pt x="32654" y="9697"/>
                  </a:lnTo>
                  <a:lnTo>
                    <a:pt x="31798" y="9697"/>
                  </a:lnTo>
                  <a:lnTo>
                    <a:pt x="32226" y="9412"/>
                  </a:lnTo>
                  <a:lnTo>
                    <a:pt x="31941" y="9412"/>
                  </a:lnTo>
                  <a:lnTo>
                    <a:pt x="31228" y="9554"/>
                  </a:lnTo>
                  <a:lnTo>
                    <a:pt x="31085" y="9554"/>
                  </a:lnTo>
                  <a:lnTo>
                    <a:pt x="30515" y="9412"/>
                  </a:lnTo>
                  <a:lnTo>
                    <a:pt x="29232" y="9412"/>
                  </a:lnTo>
                  <a:lnTo>
                    <a:pt x="27948" y="9554"/>
                  </a:lnTo>
                  <a:lnTo>
                    <a:pt x="27806" y="9269"/>
                  </a:lnTo>
                  <a:lnTo>
                    <a:pt x="27093" y="9269"/>
                  </a:lnTo>
                  <a:lnTo>
                    <a:pt x="26665" y="9554"/>
                  </a:lnTo>
                  <a:lnTo>
                    <a:pt x="26380" y="9982"/>
                  </a:lnTo>
                  <a:lnTo>
                    <a:pt x="25952" y="10125"/>
                  </a:lnTo>
                  <a:lnTo>
                    <a:pt x="26522" y="10125"/>
                  </a:lnTo>
                  <a:lnTo>
                    <a:pt x="27235" y="9982"/>
                  </a:lnTo>
                  <a:lnTo>
                    <a:pt x="27378" y="9982"/>
                  </a:lnTo>
                  <a:lnTo>
                    <a:pt x="27235" y="9839"/>
                  </a:lnTo>
                  <a:lnTo>
                    <a:pt x="28091" y="9839"/>
                  </a:lnTo>
                  <a:lnTo>
                    <a:pt x="28091" y="9982"/>
                  </a:lnTo>
                  <a:lnTo>
                    <a:pt x="27806" y="10267"/>
                  </a:lnTo>
                  <a:lnTo>
                    <a:pt x="28376" y="10267"/>
                  </a:lnTo>
                  <a:lnTo>
                    <a:pt x="28091" y="10410"/>
                  </a:lnTo>
                  <a:lnTo>
                    <a:pt x="27913" y="10499"/>
                  </a:lnTo>
                  <a:lnTo>
                    <a:pt x="27913" y="10499"/>
                  </a:lnTo>
                  <a:lnTo>
                    <a:pt x="28804" y="10410"/>
                  </a:lnTo>
                  <a:lnTo>
                    <a:pt x="28804" y="10410"/>
                  </a:lnTo>
                  <a:lnTo>
                    <a:pt x="27823" y="10543"/>
                  </a:lnTo>
                  <a:lnTo>
                    <a:pt x="27823" y="10543"/>
                  </a:lnTo>
                  <a:lnTo>
                    <a:pt x="27806" y="10552"/>
                  </a:lnTo>
                  <a:lnTo>
                    <a:pt x="27800" y="10547"/>
                  </a:lnTo>
                  <a:lnTo>
                    <a:pt x="27800" y="10547"/>
                  </a:lnTo>
                  <a:lnTo>
                    <a:pt x="25667" y="10837"/>
                  </a:lnTo>
                  <a:lnTo>
                    <a:pt x="23528" y="11123"/>
                  </a:lnTo>
                  <a:lnTo>
                    <a:pt x="19963" y="12121"/>
                  </a:lnTo>
                  <a:lnTo>
                    <a:pt x="19963" y="12121"/>
                  </a:lnTo>
                  <a:lnTo>
                    <a:pt x="21389" y="11836"/>
                  </a:lnTo>
                  <a:lnTo>
                    <a:pt x="21532" y="11836"/>
                  </a:lnTo>
                  <a:lnTo>
                    <a:pt x="21389" y="11978"/>
                  </a:lnTo>
                  <a:lnTo>
                    <a:pt x="20534" y="12121"/>
                  </a:lnTo>
                  <a:lnTo>
                    <a:pt x="19535" y="12263"/>
                  </a:lnTo>
                  <a:lnTo>
                    <a:pt x="18680" y="12406"/>
                  </a:lnTo>
                  <a:lnTo>
                    <a:pt x="14830" y="12406"/>
                  </a:lnTo>
                  <a:lnTo>
                    <a:pt x="13689" y="12548"/>
                  </a:lnTo>
                  <a:lnTo>
                    <a:pt x="12406" y="12834"/>
                  </a:lnTo>
                  <a:lnTo>
                    <a:pt x="12263" y="12691"/>
                  </a:lnTo>
                  <a:lnTo>
                    <a:pt x="11693" y="12691"/>
                  </a:lnTo>
                  <a:lnTo>
                    <a:pt x="10267" y="12834"/>
                  </a:lnTo>
                  <a:lnTo>
                    <a:pt x="8841" y="13261"/>
                  </a:lnTo>
                  <a:lnTo>
                    <a:pt x="8556" y="13547"/>
                  </a:lnTo>
                  <a:lnTo>
                    <a:pt x="8413" y="13689"/>
                  </a:lnTo>
                  <a:lnTo>
                    <a:pt x="8556" y="13832"/>
                  </a:lnTo>
                  <a:lnTo>
                    <a:pt x="8984" y="13689"/>
                  </a:lnTo>
                  <a:lnTo>
                    <a:pt x="10267" y="13547"/>
                  </a:lnTo>
                  <a:lnTo>
                    <a:pt x="11265" y="13404"/>
                  </a:lnTo>
                  <a:lnTo>
                    <a:pt x="11408" y="13404"/>
                  </a:lnTo>
                  <a:lnTo>
                    <a:pt x="11123" y="13547"/>
                  </a:lnTo>
                  <a:lnTo>
                    <a:pt x="11978" y="13689"/>
                  </a:lnTo>
                  <a:lnTo>
                    <a:pt x="11408" y="13832"/>
                  </a:lnTo>
                  <a:lnTo>
                    <a:pt x="10695" y="13974"/>
                  </a:lnTo>
                  <a:lnTo>
                    <a:pt x="10837" y="13974"/>
                  </a:lnTo>
                  <a:lnTo>
                    <a:pt x="10695" y="14117"/>
                  </a:lnTo>
                  <a:lnTo>
                    <a:pt x="10837" y="14117"/>
                  </a:lnTo>
                  <a:lnTo>
                    <a:pt x="10267" y="14259"/>
                  </a:lnTo>
                  <a:lnTo>
                    <a:pt x="11265" y="14259"/>
                  </a:lnTo>
                  <a:lnTo>
                    <a:pt x="10410" y="14402"/>
                  </a:lnTo>
                  <a:lnTo>
                    <a:pt x="11123" y="14402"/>
                  </a:lnTo>
                  <a:lnTo>
                    <a:pt x="10695" y="14545"/>
                  </a:lnTo>
                  <a:lnTo>
                    <a:pt x="10267" y="14687"/>
                  </a:lnTo>
                  <a:lnTo>
                    <a:pt x="10552" y="14687"/>
                  </a:lnTo>
                  <a:lnTo>
                    <a:pt x="10125" y="14830"/>
                  </a:lnTo>
                  <a:lnTo>
                    <a:pt x="10267" y="14830"/>
                  </a:lnTo>
                  <a:lnTo>
                    <a:pt x="10410" y="14972"/>
                  </a:lnTo>
                  <a:lnTo>
                    <a:pt x="9982" y="14972"/>
                  </a:lnTo>
                  <a:lnTo>
                    <a:pt x="10552" y="15258"/>
                  </a:lnTo>
                  <a:lnTo>
                    <a:pt x="10695" y="15543"/>
                  </a:lnTo>
                  <a:lnTo>
                    <a:pt x="10410" y="15685"/>
                  </a:lnTo>
                  <a:lnTo>
                    <a:pt x="10267" y="15685"/>
                  </a:lnTo>
                  <a:lnTo>
                    <a:pt x="10695" y="15828"/>
                  </a:lnTo>
                  <a:lnTo>
                    <a:pt x="10552" y="15971"/>
                  </a:lnTo>
                  <a:lnTo>
                    <a:pt x="9554" y="16113"/>
                  </a:lnTo>
                  <a:lnTo>
                    <a:pt x="9126" y="15971"/>
                  </a:lnTo>
                  <a:lnTo>
                    <a:pt x="9412" y="15828"/>
                  </a:lnTo>
                  <a:lnTo>
                    <a:pt x="10267" y="15685"/>
                  </a:lnTo>
                  <a:lnTo>
                    <a:pt x="9839" y="15685"/>
                  </a:lnTo>
                  <a:lnTo>
                    <a:pt x="8413" y="15828"/>
                  </a:lnTo>
                  <a:lnTo>
                    <a:pt x="7558" y="15971"/>
                  </a:lnTo>
                  <a:lnTo>
                    <a:pt x="7843" y="16113"/>
                  </a:lnTo>
                  <a:lnTo>
                    <a:pt x="7843" y="16256"/>
                  </a:lnTo>
                  <a:lnTo>
                    <a:pt x="7273" y="16398"/>
                  </a:lnTo>
                  <a:lnTo>
                    <a:pt x="7273" y="16256"/>
                  </a:lnTo>
                  <a:lnTo>
                    <a:pt x="7558" y="15971"/>
                  </a:lnTo>
                  <a:lnTo>
                    <a:pt x="7558" y="15971"/>
                  </a:lnTo>
                  <a:lnTo>
                    <a:pt x="6702" y="16113"/>
                  </a:lnTo>
                  <a:lnTo>
                    <a:pt x="8413" y="15685"/>
                  </a:lnTo>
                  <a:lnTo>
                    <a:pt x="8984" y="15400"/>
                  </a:lnTo>
                  <a:lnTo>
                    <a:pt x="8128" y="15400"/>
                  </a:lnTo>
                  <a:lnTo>
                    <a:pt x="7700" y="15543"/>
                  </a:lnTo>
                  <a:lnTo>
                    <a:pt x="7823" y="15421"/>
                  </a:lnTo>
                  <a:lnTo>
                    <a:pt x="7823" y="15421"/>
                  </a:lnTo>
                  <a:lnTo>
                    <a:pt x="5704" y="15685"/>
                  </a:lnTo>
                  <a:lnTo>
                    <a:pt x="4849" y="15828"/>
                  </a:lnTo>
                  <a:lnTo>
                    <a:pt x="4421" y="16113"/>
                  </a:lnTo>
                  <a:lnTo>
                    <a:pt x="5704" y="16256"/>
                  </a:lnTo>
                  <a:lnTo>
                    <a:pt x="4991" y="16398"/>
                  </a:lnTo>
                  <a:lnTo>
                    <a:pt x="4706" y="16398"/>
                  </a:lnTo>
                  <a:lnTo>
                    <a:pt x="4421" y="16541"/>
                  </a:lnTo>
                  <a:lnTo>
                    <a:pt x="4849" y="16541"/>
                  </a:lnTo>
                  <a:lnTo>
                    <a:pt x="4564" y="16683"/>
                  </a:lnTo>
                  <a:lnTo>
                    <a:pt x="5704" y="16683"/>
                  </a:lnTo>
                  <a:lnTo>
                    <a:pt x="5419" y="16826"/>
                  </a:lnTo>
                  <a:lnTo>
                    <a:pt x="4706" y="17111"/>
                  </a:lnTo>
                  <a:lnTo>
                    <a:pt x="3851" y="17254"/>
                  </a:lnTo>
                  <a:lnTo>
                    <a:pt x="2995" y="17396"/>
                  </a:lnTo>
                  <a:lnTo>
                    <a:pt x="1854" y="17967"/>
                  </a:lnTo>
                  <a:lnTo>
                    <a:pt x="4564" y="17824"/>
                  </a:lnTo>
                  <a:lnTo>
                    <a:pt x="5847" y="17539"/>
                  </a:lnTo>
                  <a:lnTo>
                    <a:pt x="7130" y="17111"/>
                  </a:lnTo>
                  <a:lnTo>
                    <a:pt x="9554" y="16683"/>
                  </a:lnTo>
                  <a:lnTo>
                    <a:pt x="8699" y="17111"/>
                  </a:lnTo>
                  <a:lnTo>
                    <a:pt x="7415" y="17539"/>
                  </a:lnTo>
                  <a:lnTo>
                    <a:pt x="4706" y="18109"/>
                  </a:lnTo>
                  <a:lnTo>
                    <a:pt x="3375" y="18394"/>
                  </a:lnTo>
                  <a:lnTo>
                    <a:pt x="3565" y="18394"/>
                  </a:lnTo>
                  <a:lnTo>
                    <a:pt x="4278" y="18537"/>
                  </a:lnTo>
                  <a:lnTo>
                    <a:pt x="4706" y="18537"/>
                  </a:lnTo>
                  <a:lnTo>
                    <a:pt x="5419" y="18394"/>
                  </a:lnTo>
                  <a:lnTo>
                    <a:pt x="4991" y="18537"/>
                  </a:lnTo>
                  <a:lnTo>
                    <a:pt x="4991" y="18537"/>
                  </a:lnTo>
                  <a:lnTo>
                    <a:pt x="4849" y="18680"/>
                  </a:lnTo>
                  <a:lnTo>
                    <a:pt x="4421" y="18822"/>
                  </a:lnTo>
                  <a:lnTo>
                    <a:pt x="4136" y="18965"/>
                  </a:lnTo>
                  <a:lnTo>
                    <a:pt x="5276" y="18680"/>
                  </a:lnTo>
                  <a:lnTo>
                    <a:pt x="5989" y="18537"/>
                  </a:lnTo>
                  <a:lnTo>
                    <a:pt x="6417" y="18537"/>
                  </a:lnTo>
                  <a:lnTo>
                    <a:pt x="6988" y="18822"/>
                  </a:lnTo>
                  <a:lnTo>
                    <a:pt x="4991" y="18965"/>
                  </a:lnTo>
                  <a:lnTo>
                    <a:pt x="3708" y="19250"/>
                  </a:lnTo>
                  <a:lnTo>
                    <a:pt x="2852" y="19678"/>
                  </a:lnTo>
                  <a:lnTo>
                    <a:pt x="2425" y="20248"/>
                  </a:lnTo>
                  <a:lnTo>
                    <a:pt x="1854" y="20105"/>
                  </a:lnTo>
                  <a:lnTo>
                    <a:pt x="1569" y="19963"/>
                  </a:lnTo>
                  <a:lnTo>
                    <a:pt x="1427" y="20105"/>
                  </a:lnTo>
                  <a:lnTo>
                    <a:pt x="856" y="20533"/>
                  </a:lnTo>
                  <a:lnTo>
                    <a:pt x="1569" y="20248"/>
                  </a:lnTo>
                  <a:lnTo>
                    <a:pt x="1569" y="20391"/>
                  </a:lnTo>
                  <a:lnTo>
                    <a:pt x="1569" y="20533"/>
                  </a:lnTo>
                  <a:lnTo>
                    <a:pt x="1427" y="20676"/>
                  </a:lnTo>
                  <a:lnTo>
                    <a:pt x="1569" y="20818"/>
                  </a:lnTo>
                  <a:lnTo>
                    <a:pt x="2139" y="20676"/>
                  </a:lnTo>
                  <a:lnTo>
                    <a:pt x="2139" y="20676"/>
                  </a:lnTo>
                  <a:lnTo>
                    <a:pt x="490" y="21226"/>
                  </a:lnTo>
                  <a:lnTo>
                    <a:pt x="490" y="21226"/>
                  </a:lnTo>
                  <a:lnTo>
                    <a:pt x="1712" y="21104"/>
                  </a:lnTo>
                  <a:lnTo>
                    <a:pt x="2425" y="20961"/>
                  </a:lnTo>
                  <a:lnTo>
                    <a:pt x="2852" y="21104"/>
                  </a:lnTo>
                  <a:lnTo>
                    <a:pt x="1854" y="21531"/>
                  </a:lnTo>
                  <a:lnTo>
                    <a:pt x="1569" y="21531"/>
                  </a:lnTo>
                  <a:lnTo>
                    <a:pt x="856" y="21674"/>
                  </a:lnTo>
                  <a:lnTo>
                    <a:pt x="2282" y="21674"/>
                  </a:lnTo>
                  <a:lnTo>
                    <a:pt x="2425" y="21817"/>
                  </a:lnTo>
                  <a:lnTo>
                    <a:pt x="1854" y="21959"/>
                  </a:lnTo>
                  <a:lnTo>
                    <a:pt x="2710" y="21959"/>
                  </a:lnTo>
                  <a:lnTo>
                    <a:pt x="3565" y="21817"/>
                  </a:lnTo>
                  <a:lnTo>
                    <a:pt x="4991" y="21104"/>
                  </a:lnTo>
                  <a:lnTo>
                    <a:pt x="5704" y="20818"/>
                  </a:lnTo>
                  <a:lnTo>
                    <a:pt x="6275" y="20676"/>
                  </a:lnTo>
                  <a:lnTo>
                    <a:pt x="6702" y="20818"/>
                  </a:lnTo>
                  <a:lnTo>
                    <a:pt x="6988" y="21104"/>
                  </a:lnTo>
                  <a:lnTo>
                    <a:pt x="7130" y="21389"/>
                  </a:lnTo>
                  <a:lnTo>
                    <a:pt x="6988" y="21531"/>
                  </a:lnTo>
                  <a:lnTo>
                    <a:pt x="6275" y="21674"/>
                  </a:lnTo>
                  <a:lnTo>
                    <a:pt x="5419" y="21674"/>
                  </a:lnTo>
                  <a:lnTo>
                    <a:pt x="5419" y="21531"/>
                  </a:lnTo>
                  <a:lnTo>
                    <a:pt x="4849" y="21817"/>
                  </a:lnTo>
                  <a:lnTo>
                    <a:pt x="4278" y="22102"/>
                  </a:lnTo>
                  <a:lnTo>
                    <a:pt x="4136" y="22244"/>
                  </a:lnTo>
                  <a:lnTo>
                    <a:pt x="4278" y="22387"/>
                  </a:lnTo>
                  <a:lnTo>
                    <a:pt x="4706" y="22387"/>
                  </a:lnTo>
                  <a:lnTo>
                    <a:pt x="4564" y="22529"/>
                  </a:lnTo>
                  <a:lnTo>
                    <a:pt x="3851" y="22529"/>
                  </a:lnTo>
                  <a:lnTo>
                    <a:pt x="3280" y="22672"/>
                  </a:lnTo>
                  <a:lnTo>
                    <a:pt x="3138" y="22672"/>
                  </a:lnTo>
                  <a:lnTo>
                    <a:pt x="2995" y="22815"/>
                  </a:lnTo>
                  <a:lnTo>
                    <a:pt x="3708" y="22815"/>
                  </a:lnTo>
                  <a:lnTo>
                    <a:pt x="3423" y="22957"/>
                  </a:lnTo>
                  <a:lnTo>
                    <a:pt x="1997" y="23385"/>
                  </a:lnTo>
                  <a:lnTo>
                    <a:pt x="4278" y="23242"/>
                  </a:lnTo>
                  <a:lnTo>
                    <a:pt x="4278" y="23242"/>
                  </a:lnTo>
                  <a:lnTo>
                    <a:pt x="2567" y="23528"/>
                  </a:lnTo>
                  <a:lnTo>
                    <a:pt x="1997" y="23813"/>
                  </a:lnTo>
                  <a:lnTo>
                    <a:pt x="2139" y="23955"/>
                  </a:lnTo>
                  <a:lnTo>
                    <a:pt x="2995" y="24098"/>
                  </a:lnTo>
                  <a:lnTo>
                    <a:pt x="5704" y="24240"/>
                  </a:lnTo>
                  <a:lnTo>
                    <a:pt x="8699" y="24240"/>
                  </a:lnTo>
                  <a:lnTo>
                    <a:pt x="7273" y="24526"/>
                  </a:lnTo>
                  <a:lnTo>
                    <a:pt x="8271" y="24526"/>
                  </a:lnTo>
                  <a:lnTo>
                    <a:pt x="8556" y="24383"/>
                  </a:lnTo>
                  <a:lnTo>
                    <a:pt x="8841" y="24240"/>
                  </a:lnTo>
                  <a:lnTo>
                    <a:pt x="9412" y="24240"/>
                  </a:lnTo>
                  <a:lnTo>
                    <a:pt x="9412" y="24383"/>
                  </a:lnTo>
                  <a:lnTo>
                    <a:pt x="9269" y="24526"/>
                  </a:lnTo>
                  <a:lnTo>
                    <a:pt x="9126" y="24811"/>
                  </a:lnTo>
                  <a:lnTo>
                    <a:pt x="9839" y="24526"/>
                  </a:lnTo>
                  <a:lnTo>
                    <a:pt x="10125" y="24240"/>
                  </a:lnTo>
                  <a:lnTo>
                    <a:pt x="10552" y="24098"/>
                  </a:lnTo>
                  <a:lnTo>
                    <a:pt x="11265" y="24240"/>
                  </a:lnTo>
                  <a:lnTo>
                    <a:pt x="11978" y="24383"/>
                  </a:lnTo>
                  <a:lnTo>
                    <a:pt x="12263" y="24240"/>
                  </a:lnTo>
                  <a:lnTo>
                    <a:pt x="12549" y="23955"/>
                  </a:lnTo>
                  <a:lnTo>
                    <a:pt x="11693" y="24098"/>
                  </a:lnTo>
                  <a:lnTo>
                    <a:pt x="11550" y="23955"/>
                  </a:lnTo>
                  <a:lnTo>
                    <a:pt x="11693" y="23955"/>
                  </a:lnTo>
                  <a:lnTo>
                    <a:pt x="13262" y="23528"/>
                  </a:lnTo>
                  <a:lnTo>
                    <a:pt x="16826" y="22529"/>
                  </a:lnTo>
                  <a:lnTo>
                    <a:pt x="16351" y="22815"/>
                  </a:lnTo>
                  <a:lnTo>
                    <a:pt x="16541" y="22815"/>
                  </a:lnTo>
                  <a:lnTo>
                    <a:pt x="16541" y="22957"/>
                  </a:lnTo>
                  <a:lnTo>
                    <a:pt x="16256" y="22957"/>
                  </a:lnTo>
                  <a:lnTo>
                    <a:pt x="16256" y="22872"/>
                  </a:lnTo>
                  <a:lnTo>
                    <a:pt x="16256" y="22872"/>
                  </a:lnTo>
                  <a:lnTo>
                    <a:pt x="16113" y="22957"/>
                  </a:lnTo>
                  <a:lnTo>
                    <a:pt x="16113" y="23100"/>
                  </a:lnTo>
                  <a:lnTo>
                    <a:pt x="16256" y="23100"/>
                  </a:lnTo>
                  <a:lnTo>
                    <a:pt x="17539" y="22815"/>
                  </a:lnTo>
                  <a:lnTo>
                    <a:pt x="18823" y="22529"/>
                  </a:lnTo>
                  <a:lnTo>
                    <a:pt x="18252" y="22529"/>
                  </a:lnTo>
                  <a:lnTo>
                    <a:pt x="18395" y="22387"/>
                  </a:lnTo>
                  <a:lnTo>
                    <a:pt x="18110" y="22387"/>
                  </a:lnTo>
                  <a:lnTo>
                    <a:pt x="17254" y="22529"/>
                  </a:lnTo>
                  <a:lnTo>
                    <a:pt x="19393" y="22102"/>
                  </a:lnTo>
                  <a:lnTo>
                    <a:pt x="20676" y="22102"/>
                  </a:lnTo>
                  <a:lnTo>
                    <a:pt x="20248" y="22387"/>
                  </a:lnTo>
                  <a:lnTo>
                    <a:pt x="18110" y="22957"/>
                  </a:lnTo>
                  <a:lnTo>
                    <a:pt x="16969" y="23242"/>
                  </a:lnTo>
                  <a:lnTo>
                    <a:pt x="15828" y="23385"/>
                  </a:lnTo>
                  <a:lnTo>
                    <a:pt x="17967" y="23385"/>
                  </a:lnTo>
                  <a:lnTo>
                    <a:pt x="19108" y="23290"/>
                  </a:lnTo>
                  <a:lnTo>
                    <a:pt x="19108" y="23290"/>
                  </a:lnTo>
                  <a:lnTo>
                    <a:pt x="19250" y="23242"/>
                  </a:lnTo>
                  <a:lnTo>
                    <a:pt x="19393" y="23242"/>
                  </a:lnTo>
                  <a:lnTo>
                    <a:pt x="19250" y="23278"/>
                  </a:lnTo>
                  <a:lnTo>
                    <a:pt x="19250" y="23278"/>
                  </a:lnTo>
                  <a:lnTo>
                    <a:pt x="19678" y="23242"/>
                  </a:lnTo>
                  <a:lnTo>
                    <a:pt x="20961" y="22957"/>
                  </a:lnTo>
                  <a:lnTo>
                    <a:pt x="22102" y="22815"/>
                  </a:lnTo>
                  <a:lnTo>
                    <a:pt x="22958" y="22529"/>
                  </a:lnTo>
                  <a:lnTo>
                    <a:pt x="23956" y="22387"/>
                  </a:lnTo>
                  <a:lnTo>
                    <a:pt x="25096" y="22244"/>
                  </a:lnTo>
                  <a:lnTo>
                    <a:pt x="25830" y="22407"/>
                  </a:lnTo>
                  <a:lnTo>
                    <a:pt x="25830" y="22407"/>
                  </a:lnTo>
                  <a:lnTo>
                    <a:pt x="25809" y="22387"/>
                  </a:lnTo>
                  <a:lnTo>
                    <a:pt x="26237" y="22244"/>
                  </a:lnTo>
                  <a:lnTo>
                    <a:pt x="26665" y="22244"/>
                  </a:lnTo>
                  <a:lnTo>
                    <a:pt x="27235" y="22102"/>
                  </a:lnTo>
                  <a:lnTo>
                    <a:pt x="27663" y="21959"/>
                  </a:lnTo>
                  <a:lnTo>
                    <a:pt x="27093" y="22102"/>
                  </a:lnTo>
                  <a:lnTo>
                    <a:pt x="26808" y="21959"/>
                  </a:lnTo>
                  <a:lnTo>
                    <a:pt x="26237" y="21959"/>
                  </a:lnTo>
                  <a:lnTo>
                    <a:pt x="26950" y="21674"/>
                  </a:lnTo>
                  <a:lnTo>
                    <a:pt x="26665" y="21531"/>
                  </a:lnTo>
                  <a:lnTo>
                    <a:pt x="26380" y="21389"/>
                  </a:lnTo>
                  <a:lnTo>
                    <a:pt x="26665" y="21246"/>
                  </a:lnTo>
                  <a:lnTo>
                    <a:pt x="28519" y="20818"/>
                  </a:lnTo>
                  <a:lnTo>
                    <a:pt x="30657" y="20533"/>
                  </a:lnTo>
                  <a:lnTo>
                    <a:pt x="31228" y="20533"/>
                  </a:lnTo>
                  <a:lnTo>
                    <a:pt x="31085" y="20676"/>
                  </a:lnTo>
                  <a:lnTo>
                    <a:pt x="31228" y="20818"/>
                  </a:lnTo>
                  <a:lnTo>
                    <a:pt x="31798" y="21104"/>
                  </a:lnTo>
                  <a:lnTo>
                    <a:pt x="30230" y="20961"/>
                  </a:lnTo>
                  <a:lnTo>
                    <a:pt x="29802" y="21104"/>
                  </a:lnTo>
                  <a:lnTo>
                    <a:pt x="29659" y="21246"/>
                  </a:lnTo>
                  <a:lnTo>
                    <a:pt x="29802" y="21389"/>
                  </a:lnTo>
                  <a:lnTo>
                    <a:pt x="30657" y="21389"/>
                  </a:lnTo>
                  <a:lnTo>
                    <a:pt x="30657" y="21531"/>
                  </a:lnTo>
                  <a:lnTo>
                    <a:pt x="30372" y="21531"/>
                  </a:lnTo>
                  <a:lnTo>
                    <a:pt x="29945" y="21674"/>
                  </a:lnTo>
                  <a:lnTo>
                    <a:pt x="30657" y="21674"/>
                  </a:lnTo>
                  <a:lnTo>
                    <a:pt x="30515" y="21817"/>
                  </a:lnTo>
                  <a:lnTo>
                    <a:pt x="30943" y="21817"/>
                  </a:lnTo>
                  <a:lnTo>
                    <a:pt x="33081" y="21531"/>
                  </a:lnTo>
                  <a:lnTo>
                    <a:pt x="35220" y="21104"/>
                  </a:lnTo>
                  <a:lnTo>
                    <a:pt x="35791" y="20961"/>
                  </a:lnTo>
                  <a:lnTo>
                    <a:pt x="34935" y="20961"/>
                  </a:lnTo>
                  <a:lnTo>
                    <a:pt x="35791" y="20818"/>
                  </a:lnTo>
                  <a:lnTo>
                    <a:pt x="36218" y="20818"/>
                  </a:lnTo>
                  <a:lnTo>
                    <a:pt x="36361" y="20676"/>
                  </a:lnTo>
                  <a:lnTo>
                    <a:pt x="35648" y="20676"/>
                  </a:lnTo>
                  <a:lnTo>
                    <a:pt x="36504" y="20533"/>
                  </a:lnTo>
                  <a:lnTo>
                    <a:pt x="37502" y="20248"/>
                  </a:lnTo>
                  <a:lnTo>
                    <a:pt x="37359" y="20248"/>
                  </a:lnTo>
                  <a:lnTo>
                    <a:pt x="38215" y="20105"/>
                  </a:lnTo>
                  <a:lnTo>
                    <a:pt x="38642" y="19963"/>
                  </a:lnTo>
                  <a:lnTo>
                    <a:pt x="38500" y="19963"/>
                  </a:lnTo>
                  <a:lnTo>
                    <a:pt x="37644" y="20105"/>
                  </a:lnTo>
                  <a:lnTo>
                    <a:pt x="37787" y="19963"/>
                  </a:lnTo>
                  <a:lnTo>
                    <a:pt x="38357" y="19820"/>
                  </a:lnTo>
                  <a:lnTo>
                    <a:pt x="39189" y="19701"/>
                  </a:lnTo>
                  <a:lnTo>
                    <a:pt x="39189" y="19701"/>
                  </a:lnTo>
                  <a:lnTo>
                    <a:pt x="39070" y="19820"/>
                  </a:lnTo>
                  <a:lnTo>
                    <a:pt x="39498" y="19963"/>
                  </a:lnTo>
                  <a:lnTo>
                    <a:pt x="39783" y="19963"/>
                  </a:lnTo>
                  <a:lnTo>
                    <a:pt x="39498" y="20105"/>
                  </a:lnTo>
                  <a:lnTo>
                    <a:pt x="39355" y="20248"/>
                  </a:lnTo>
                  <a:lnTo>
                    <a:pt x="39641" y="20248"/>
                  </a:lnTo>
                  <a:lnTo>
                    <a:pt x="39213" y="20391"/>
                  </a:lnTo>
                  <a:lnTo>
                    <a:pt x="39070" y="20391"/>
                  </a:lnTo>
                  <a:lnTo>
                    <a:pt x="39213" y="20248"/>
                  </a:lnTo>
                  <a:lnTo>
                    <a:pt x="39213" y="20248"/>
                  </a:lnTo>
                  <a:lnTo>
                    <a:pt x="38928" y="20391"/>
                  </a:lnTo>
                  <a:lnTo>
                    <a:pt x="38785" y="20533"/>
                  </a:lnTo>
                  <a:lnTo>
                    <a:pt x="37644" y="20533"/>
                  </a:lnTo>
                  <a:lnTo>
                    <a:pt x="37502" y="20676"/>
                  </a:lnTo>
                  <a:lnTo>
                    <a:pt x="37644" y="20676"/>
                  </a:lnTo>
                  <a:lnTo>
                    <a:pt x="36789" y="20961"/>
                  </a:lnTo>
                  <a:lnTo>
                    <a:pt x="37217" y="20961"/>
                  </a:lnTo>
                  <a:lnTo>
                    <a:pt x="39355" y="20676"/>
                  </a:lnTo>
                  <a:lnTo>
                    <a:pt x="38642" y="20961"/>
                  </a:lnTo>
                  <a:lnTo>
                    <a:pt x="38072" y="21104"/>
                  </a:lnTo>
                  <a:lnTo>
                    <a:pt x="37074" y="21246"/>
                  </a:lnTo>
                  <a:lnTo>
                    <a:pt x="35078" y="21531"/>
                  </a:lnTo>
                  <a:lnTo>
                    <a:pt x="37359" y="21389"/>
                  </a:lnTo>
                  <a:lnTo>
                    <a:pt x="38785" y="21104"/>
                  </a:lnTo>
                  <a:lnTo>
                    <a:pt x="39641" y="20961"/>
                  </a:lnTo>
                  <a:lnTo>
                    <a:pt x="40068" y="20818"/>
                  </a:lnTo>
                  <a:lnTo>
                    <a:pt x="40354" y="20533"/>
                  </a:lnTo>
                  <a:lnTo>
                    <a:pt x="40781" y="20391"/>
                  </a:lnTo>
                  <a:lnTo>
                    <a:pt x="42635" y="20391"/>
                  </a:lnTo>
                  <a:lnTo>
                    <a:pt x="42778" y="20533"/>
                  </a:lnTo>
                  <a:lnTo>
                    <a:pt x="42635" y="20676"/>
                  </a:lnTo>
                  <a:lnTo>
                    <a:pt x="42350" y="20818"/>
                  </a:lnTo>
                  <a:lnTo>
                    <a:pt x="42350" y="21104"/>
                  </a:lnTo>
                  <a:lnTo>
                    <a:pt x="42207" y="21246"/>
                  </a:lnTo>
                  <a:lnTo>
                    <a:pt x="42492" y="21389"/>
                  </a:lnTo>
                  <a:lnTo>
                    <a:pt x="43776" y="21389"/>
                  </a:lnTo>
                  <a:lnTo>
                    <a:pt x="44916" y="21246"/>
                  </a:lnTo>
                  <a:lnTo>
                    <a:pt x="44774" y="21246"/>
                  </a:lnTo>
                  <a:lnTo>
                    <a:pt x="44489" y="20961"/>
                  </a:lnTo>
                  <a:lnTo>
                    <a:pt x="44203" y="20818"/>
                  </a:lnTo>
                  <a:lnTo>
                    <a:pt x="43633" y="20961"/>
                  </a:lnTo>
                  <a:lnTo>
                    <a:pt x="43205" y="21104"/>
                  </a:lnTo>
                  <a:lnTo>
                    <a:pt x="43063" y="21104"/>
                  </a:lnTo>
                  <a:lnTo>
                    <a:pt x="42778" y="20961"/>
                  </a:lnTo>
                  <a:lnTo>
                    <a:pt x="44061" y="20676"/>
                  </a:lnTo>
                  <a:lnTo>
                    <a:pt x="44631" y="20391"/>
                  </a:lnTo>
                  <a:lnTo>
                    <a:pt x="44346" y="20391"/>
                  </a:lnTo>
                  <a:lnTo>
                    <a:pt x="43063" y="20533"/>
                  </a:lnTo>
                  <a:lnTo>
                    <a:pt x="44774" y="20105"/>
                  </a:lnTo>
                  <a:lnTo>
                    <a:pt x="46770" y="19963"/>
                  </a:lnTo>
                  <a:lnTo>
                    <a:pt x="48459" y="19842"/>
                  </a:lnTo>
                  <a:lnTo>
                    <a:pt x="48459" y="19842"/>
                  </a:lnTo>
                  <a:lnTo>
                    <a:pt x="48481" y="19820"/>
                  </a:lnTo>
                  <a:lnTo>
                    <a:pt x="48500" y="19839"/>
                  </a:lnTo>
                  <a:lnTo>
                    <a:pt x="48500" y="19839"/>
                  </a:lnTo>
                  <a:lnTo>
                    <a:pt x="48766" y="19820"/>
                  </a:lnTo>
                  <a:lnTo>
                    <a:pt x="50763" y="19678"/>
                  </a:lnTo>
                  <a:lnTo>
                    <a:pt x="52046" y="19820"/>
                  </a:lnTo>
                  <a:lnTo>
                    <a:pt x="52616" y="19963"/>
                  </a:lnTo>
                  <a:lnTo>
                    <a:pt x="51903" y="20105"/>
                  </a:lnTo>
                  <a:lnTo>
                    <a:pt x="49907" y="20391"/>
                  </a:lnTo>
                  <a:lnTo>
                    <a:pt x="49907" y="20391"/>
                  </a:lnTo>
                  <a:lnTo>
                    <a:pt x="53044" y="20105"/>
                  </a:lnTo>
                  <a:lnTo>
                    <a:pt x="55040" y="19963"/>
                  </a:lnTo>
                  <a:lnTo>
                    <a:pt x="56181" y="19963"/>
                  </a:lnTo>
                  <a:lnTo>
                    <a:pt x="56181" y="20248"/>
                  </a:lnTo>
                  <a:lnTo>
                    <a:pt x="57322" y="20105"/>
                  </a:lnTo>
                  <a:lnTo>
                    <a:pt x="57750" y="19963"/>
                  </a:lnTo>
                  <a:lnTo>
                    <a:pt x="57607" y="19820"/>
                  </a:lnTo>
                  <a:lnTo>
                    <a:pt x="57322" y="19820"/>
                  </a:lnTo>
                  <a:lnTo>
                    <a:pt x="55753" y="19678"/>
                  </a:lnTo>
                  <a:lnTo>
                    <a:pt x="56466" y="19393"/>
                  </a:lnTo>
                  <a:lnTo>
                    <a:pt x="57037" y="19250"/>
                  </a:lnTo>
                  <a:lnTo>
                    <a:pt x="57892" y="19393"/>
                  </a:lnTo>
                  <a:lnTo>
                    <a:pt x="58462" y="19393"/>
                  </a:lnTo>
                  <a:lnTo>
                    <a:pt x="59175" y="19250"/>
                  </a:lnTo>
                  <a:lnTo>
                    <a:pt x="60031" y="19107"/>
                  </a:lnTo>
                  <a:lnTo>
                    <a:pt x="61029" y="18537"/>
                  </a:lnTo>
                  <a:lnTo>
                    <a:pt x="60459" y="18537"/>
                  </a:lnTo>
                  <a:lnTo>
                    <a:pt x="60887" y="18394"/>
                  </a:lnTo>
                  <a:lnTo>
                    <a:pt x="60459" y="18394"/>
                  </a:lnTo>
                  <a:lnTo>
                    <a:pt x="59888" y="18537"/>
                  </a:lnTo>
                  <a:lnTo>
                    <a:pt x="59746" y="18394"/>
                  </a:lnTo>
                  <a:lnTo>
                    <a:pt x="59888" y="18252"/>
                  </a:lnTo>
                  <a:lnTo>
                    <a:pt x="61029" y="18109"/>
                  </a:lnTo>
                  <a:lnTo>
                    <a:pt x="62170" y="18109"/>
                  </a:lnTo>
                  <a:lnTo>
                    <a:pt x="62170" y="18252"/>
                  </a:lnTo>
                  <a:lnTo>
                    <a:pt x="61599" y="18394"/>
                  </a:lnTo>
                  <a:lnTo>
                    <a:pt x="62170" y="18537"/>
                  </a:lnTo>
                  <a:lnTo>
                    <a:pt x="62312" y="18680"/>
                  </a:lnTo>
                  <a:lnTo>
                    <a:pt x="62170" y="18680"/>
                  </a:lnTo>
                  <a:lnTo>
                    <a:pt x="60459" y="18965"/>
                  </a:lnTo>
                  <a:lnTo>
                    <a:pt x="62170" y="19107"/>
                  </a:lnTo>
                  <a:lnTo>
                    <a:pt x="62170" y="19250"/>
                  </a:lnTo>
                  <a:lnTo>
                    <a:pt x="61742" y="19250"/>
                  </a:lnTo>
                  <a:lnTo>
                    <a:pt x="61885" y="19393"/>
                  </a:lnTo>
                  <a:lnTo>
                    <a:pt x="61029" y="19393"/>
                  </a:lnTo>
                  <a:lnTo>
                    <a:pt x="61518" y="19270"/>
                  </a:lnTo>
                  <a:lnTo>
                    <a:pt x="61518" y="19270"/>
                  </a:lnTo>
                  <a:lnTo>
                    <a:pt x="60174" y="19393"/>
                  </a:lnTo>
                  <a:lnTo>
                    <a:pt x="59318" y="19678"/>
                  </a:lnTo>
                  <a:lnTo>
                    <a:pt x="58605" y="19963"/>
                  </a:lnTo>
                  <a:lnTo>
                    <a:pt x="62883" y="19963"/>
                  </a:lnTo>
                  <a:lnTo>
                    <a:pt x="63025" y="19820"/>
                  </a:lnTo>
                  <a:lnTo>
                    <a:pt x="63168" y="19678"/>
                  </a:lnTo>
                  <a:lnTo>
                    <a:pt x="63453" y="19393"/>
                  </a:lnTo>
                  <a:lnTo>
                    <a:pt x="64309" y="19107"/>
                  </a:lnTo>
                  <a:lnTo>
                    <a:pt x="66020" y="18680"/>
                  </a:lnTo>
                  <a:lnTo>
                    <a:pt x="66020" y="18680"/>
                  </a:lnTo>
                  <a:lnTo>
                    <a:pt x="65592" y="18822"/>
                  </a:lnTo>
                  <a:lnTo>
                    <a:pt x="66162" y="18822"/>
                  </a:lnTo>
                  <a:lnTo>
                    <a:pt x="66162" y="18965"/>
                  </a:lnTo>
                  <a:lnTo>
                    <a:pt x="65022" y="19107"/>
                  </a:lnTo>
                  <a:lnTo>
                    <a:pt x="66733" y="19250"/>
                  </a:lnTo>
                  <a:lnTo>
                    <a:pt x="67446" y="19393"/>
                  </a:lnTo>
                  <a:lnTo>
                    <a:pt x="67303" y="19535"/>
                  </a:lnTo>
                  <a:lnTo>
                    <a:pt x="67303" y="19535"/>
                  </a:lnTo>
                  <a:lnTo>
                    <a:pt x="73007" y="18680"/>
                  </a:lnTo>
                  <a:lnTo>
                    <a:pt x="76560" y="18246"/>
                  </a:lnTo>
                  <a:lnTo>
                    <a:pt x="76560" y="18246"/>
                  </a:lnTo>
                  <a:lnTo>
                    <a:pt x="76286" y="18109"/>
                  </a:lnTo>
                  <a:lnTo>
                    <a:pt x="76857" y="18109"/>
                  </a:lnTo>
                  <a:lnTo>
                    <a:pt x="76590" y="18243"/>
                  </a:lnTo>
                  <a:lnTo>
                    <a:pt x="76590" y="18243"/>
                  </a:lnTo>
                  <a:lnTo>
                    <a:pt x="78568" y="18001"/>
                  </a:lnTo>
                  <a:lnTo>
                    <a:pt x="78568" y="18001"/>
                  </a:lnTo>
                  <a:lnTo>
                    <a:pt x="78568" y="17967"/>
                  </a:lnTo>
                  <a:lnTo>
                    <a:pt x="76714" y="17967"/>
                  </a:lnTo>
                  <a:lnTo>
                    <a:pt x="77570" y="17682"/>
                  </a:lnTo>
                  <a:lnTo>
                    <a:pt x="78995" y="17682"/>
                  </a:lnTo>
                  <a:lnTo>
                    <a:pt x="79138" y="17824"/>
                  </a:lnTo>
                  <a:lnTo>
                    <a:pt x="79138" y="17933"/>
                  </a:lnTo>
                  <a:lnTo>
                    <a:pt x="79138" y="17933"/>
                  </a:lnTo>
                  <a:lnTo>
                    <a:pt x="79662" y="17870"/>
                  </a:lnTo>
                  <a:lnTo>
                    <a:pt x="79662" y="17870"/>
                  </a:lnTo>
                  <a:lnTo>
                    <a:pt x="79708" y="17824"/>
                  </a:lnTo>
                  <a:lnTo>
                    <a:pt x="79994" y="17824"/>
                  </a:lnTo>
                  <a:lnTo>
                    <a:pt x="79994" y="17831"/>
                  </a:lnTo>
                  <a:lnTo>
                    <a:pt x="79994" y="17831"/>
                  </a:lnTo>
                  <a:lnTo>
                    <a:pt x="81248" y="17682"/>
                  </a:lnTo>
                  <a:lnTo>
                    <a:pt x="80849" y="17682"/>
                  </a:lnTo>
                  <a:lnTo>
                    <a:pt x="81562" y="17396"/>
                  </a:lnTo>
                  <a:lnTo>
                    <a:pt x="81847" y="17396"/>
                  </a:lnTo>
                  <a:lnTo>
                    <a:pt x="81419" y="17539"/>
                  </a:lnTo>
                  <a:lnTo>
                    <a:pt x="81617" y="17638"/>
                  </a:lnTo>
                  <a:lnTo>
                    <a:pt x="81617" y="17638"/>
                  </a:lnTo>
                  <a:lnTo>
                    <a:pt x="84842" y="17254"/>
                  </a:lnTo>
                  <a:lnTo>
                    <a:pt x="90830" y="16541"/>
                  </a:lnTo>
                  <a:lnTo>
                    <a:pt x="103236" y="15543"/>
                  </a:lnTo>
                  <a:lnTo>
                    <a:pt x="115009" y="14749"/>
                  </a:lnTo>
                  <a:lnTo>
                    <a:pt x="115009" y="14749"/>
                  </a:lnTo>
                  <a:lnTo>
                    <a:pt x="115071" y="14687"/>
                  </a:lnTo>
                  <a:lnTo>
                    <a:pt x="115356" y="14687"/>
                  </a:lnTo>
                  <a:lnTo>
                    <a:pt x="115356" y="14726"/>
                  </a:lnTo>
                  <a:lnTo>
                    <a:pt x="115926" y="14687"/>
                  </a:lnTo>
                  <a:lnTo>
                    <a:pt x="128902" y="14259"/>
                  </a:lnTo>
                  <a:lnTo>
                    <a:pt x="142020" y="13832"/>
                  </a:lnTo>
                  <a:lnTo>
                    <a:pt x="145870" y="13832"/>
                  </a:lnTo>
                  <a:lnTo>
                    <a:pt x="146440" y="13974"/>
                  </a:lnTo>
                  <a:lnTo>
                    <a:pt x="146583" y="13832"/>
                  </a:lnTo>
                  <a:lnTo>
                    <a:pt x="147581" y="13832"/>
                  </a:lnTo>
                  <a:lnTo>
                    <a:pt x="147296" y="13689"/>
                  </a:lnTo>
                  <a:lnTo>
                    <a:pt x="146583" y="13689"/>
                  </a:lnTo>
                  <a:lnTo>
                    <a:pt x="147011" y="13547"/>
                  </a:lnTo>
                  <a:lnTo>
                    <a:pt x="147153" y="13547"/>
                  </a:lnTo>
                  <a:lnTo>
                    <a:pt x="147296" y="13689"/>
                  </a:lnTo>
                  <a:lnTo>
                    <a:pt x="147581" y="13689"/>
                  </a:lnTo>
                  <a:lnTo>
                    <a:pt x="147581" y="13832"/>
                  </a:lnTo>
                  <a:lnTo>
                    <a:pt x="153142" y="13832"/>
                  </a:lnTo>
                  <a:lnTo>
                    <a:pt x="153142" y="13689"/>
                  </a:lnTo>
                  <a:lnTo>
                    <a:pt x="153570" y="13689"/>
                  </a:lnTo>
                  <a:lnTo>
                    <a:pt x="153285" y="13832"/>
                  </a:lnTo>
                  <a:lnTo>
                    <a:pt x="159915" y="13832"/>
                  </a:lnTo>
                  <a:lnTo>
                    <a:pt x="160699" y="13689"/>
                  </a:lnTo>
                  <a:lnTo>
                    <a:pt x="160842" y="13832"/>
                  </a:lnTo>
                  <a:lnTo>
                    <a:pt x="168399" y="13832"/>
                  </a:lnTo>
                  <a:lnTo>
                    <a:pt x="170176" y="13851"/>
                  </a:lnTo>
                  <a:lnTo>
                    <a:pt x="170176" y="13851"/>
                  </a:lnTo>
                  <a:lnTo>
                    <a:pt x="170253" y="13832"/>
                  </a:lnTo>
                  <a:lnTo>
                    <a:pt x="171299" y="13737"/>
                  </a:lnTo>
                  <a:lnTo>
                    <a:pt x="171299" y="13737"/>
                  </a:lnTo>
                  <a:lnTo>
                    <a:pt x="170538" y="13832"/>
                  </a:lnTo>
                  <a:lnTo>
                    <a:pt x="170408" y="13853"/>
                  </a:lnTo>
                  <a:lnTo>
                    <a:pt x="170408" y="13853"/>
                  </a:lnTo>
                  <a:lnTo>
                    <a:pt x="172143" y="13872"/>
                  </a:lnTo>
                  <a:lnTo>
                    <a:pt x="172143" y="13872"/>
                  </a:lnTo>
                  <a:lnTo>
                    <a:pt x="171821" y="13832"/>
                  </a:lnTo>
                  <a:lnTo>
                    <a:pt x="171964" y="13832"/>
                  </a:lnTo>
                  <a:lnTo>
                    <a:pt x="171701" y="13700"/>
                  </a:lnTo>
                  <a:lnTo>
                    <a:pt x="171701" y="13700"/>
                  </a:lnTo>
                  <a:lnTo>
                    <a:pt x="171821" y="13689"/>
                  </a:lnTo>
                  <a:lnTo>
                    <a:pt x="172962" y="13547"/>
                  </a:lnTo>
                  <a:lnTo>
                    <a:pt x="173675" y="13689"/>
                  </a:lnTo>
                  <a:lnTo>
                    <a:pt x="174103" y="13689"/>
                  </a:lnTo>
                  <a:lnTo>
                    <a:pt x="174245" y="13832"/>
                  </a:lnTo>
                  <a:lnTo>
                    <a:pt x="174103" y="13832"/>
                  </a:lnTo>
                  <a:lnTo>
                    <a:pt x="173983" y="13892"/>
                  </a:lnTo>
                  <a:lnTo>
                    <a:pt x="173983" y="13892"/>
                  </a:lnTo>
                  <a:lnTo>
                    <a:pt x="179450" y="13951"/>
                  </a:lnTo>
                  <a:lnTo>
                    <a:pt x="179450" y="13951"/>
                  </a:lnTo>
                  <a:lnTo>
                    <a:pt x="179806" y="13832"/>
                  </a:lnTo>
                  <a:lnTo>
                    <a:pt x="179521" y="13832"/>
                  </a:lnTo>
                  <a:lnTo>
                    <a:pt x="179521" y="13689"/>
                  </a:lnTo>
                  <a:lnTo>
                    <a:pt x="179379" y="13547"/>
                  </a:lnTo>
                  <a:lnTo>
                    <a:pt x="179379" y="13547"/>
                  </a:lnTo>
                  <a:lnTo>
                    <a:pt x="179806" y="13689"/>
                  </a:lnTo>
                  <a:lnTo>
                    <a:pt x="180092" y="13832"/>
                  </a:lnTo>
                  <a:lnTo>
                    <a:pt x="179806" y="13832"/>
                  </a:lnTo>
                  <a:lnTo>
                    <a:pt x="179930" y="13956"/>
                  </a:lnTo>
                  <a:lnTo>
                    <a:pt x="179930" y="13956"/>
                  </a:lnTo>
                  <a:lnTo>
                    <a:pt x="181660" y="13974"/>
                  </a:lnTo>
                  <a:lnTo>
                    <a:pt x="194778" y="14402"/>
                  </a:lnTo>
                  <a:lnTo>
                    <a:pt x="207754" y="14830"/>
                  </a:lnTo>
                  <a:lnTo>
                    <a:pt x="220587" y="15400"/>
                  </a:lnTo>
                  <a:lnTo>
                    <a:pt x="243401" y="16455"/>
                  </a:lnTo>
                  <a:lnTo>
                    <a:pt x="243401" y="16455"/>
                  </a:lnTo>
                  <a:lnTo>
                    <a:pt x="243401" y="16398"/>
                  </a:lnTo>
                  <a:lnTo>
                    <a:pt x="243771" y="16472"/>
                  </a:lnTo>
                  <a:lnTo>
                    <a:pt x="243771" y="16472"/>
                  </a:lnTo>
                  <a:lnTo>
                    <a:pt x="245255" y="16541"/>
                  </a:lnTo>
                  <a:lnTo>
                    <a:pt x="263564" y="17558"/>
                  </a:lnTo>
                  <a:lnTo>
                    <a:pt x="263564" y="17558"/>
                  </a:lnTo>
                  <a:lnTo>
                    <a:pt x="263507" y="17539"/>
                  </a:lnTo>
                  <a:lnTo>
                    <a:pt x="263364" y="17396"/>
                  </a:lnTo>
                  <a:lnTo>
                    <a:pt x="263507" y="17396"/>
                  </a:lnTo>
                  <a:lnTo>
                    <a:pt x="263792" y="17254"/>
                  </a:lnTo>
                  <a:lnTo>
                    <a:pt x="265503" y="17254"/>
                  </a:lnTo>
                  <a:lnTo>
                    <a:pt x="266501" y="17539"/>
                  </a:lnTo>
                  <a:lnTo>
                    <a:pt x="266644" y="17539"/>
                  </a:lnTo>
                  <a:lnTo>
                    <a:pt x="266073" y="17682"/>
                  </a:lnTo>
                  <a:lnTo>
                    <a:pt x="265788" y="17682"/>
                  </a:lnTo>
                  <a:lnTo>
                    <a:pt x="265788" y="17682"/>
                  </a:lnTo>
                  <a:lnTo>
                    <a:pt x="265788" y="17682"/>
                  </a:lnTo>
                  <a:lnTo>
                    <a:pt x="267147" y="17757"/>
                  </a:lnTo>
                  <a:lnTo>
                    <a:pt x="267147" y="17757"/>
                  </a:lnTo>
                  <a:lnTo>
                    <a:pt x="267071" y="17682"/>
                  </a:lnTo>
                  <a:lnTo>
                    <a:pt x="267214" y="17682"/>
                  </a:lnTo>
                  <a:lnTo>
                    <a:pt x="267214" y="17761"/>
                  </a:lnTo>
                  <a:lnTo>
                    <a:pt x="267214" y="17761"/>
                  </a:lnTo>
                  <a:lnTo>
                    <a:pt x="268355" y="17824"/>
                  </a:lnTo>
                  <a:lnTo>
                    <a:pt x="268497" y="17824"/>
                  </a:lnTo>
                  <a:lnTo>
                    <a:pt x="268070" y="17682"/>
                  </a:lnTo>
                  <a:lnTo>
                    <a:pt x="266501" y="17396"/>
                  </a:lnTo>
                  <a:lnTo>
                    <a:pt x="266644" y="17396"/>
                  </a:lnTo>
                  <a:lnTo>
                    <a:pt x="266644" y="17254"/>
                  </a:lnTo>
                  <a:lnTo>
                    <a:pt x="266786" y="17396"/>
                  </a:lnTo>
                  <a:lnTo>
                    <a:pt x="268497" y="17396"/>
                  </a:lnTo>
                  <a:lnTo>
                    <a:pt x="265931" y="16969"/>
                  </a:lnTo>
                  <a:lnTo>
                    <a:pt x="267071" y="16969"/>
                  </a:lnTo>
                  <a:lnTo>
                    <a:pt x="267071" y="16826"/>
                  </a:lnTo>
                  <a:lnTo>
                    <a:pt x="266929" y="16826"/>
                  </a:lnTo>
                  <a:lnTo>
                    <a:pt x="266358" y="16683"/>
                  </a:lnTo>
                  <a:lnTo>
                    <a:pt x="266644" y="16541"/>
                  </a:lnTo>
                  <a:lnTo>
                    <a:pt x="266073" y="16256"/>
                  </a:lnTo>
                  <a:lnTo>
                    <a:pt x="265645" y="16113"/>
                  </a:lnTo>
                  <a:lnTo>
                    <a:pt x="265503" y="16113"/>
                  </a:lnTo>
                  <a:lnTo>
                    <a:pt x="265645" y="16256"/>
                  </a:lnTo>
                  <a:lnTo>
                    <a:pt x="266073" y="16541"/>
                  </a:lnTo>
                  <a:lnTo>
                    <a:pt x="264933" y="16683"/>
                  </a:lnTo>
                  <a:lnTo>
                    <a:pt x="263364" y="16683"/>
                  </a:lnTo>
                  <a:lnTo>
                    <a:pt x="262223" y="16541"/>
                  </a:lnTo>
                  <a:lnTo>
                    <a:pt x="262081" y="16398"/>
                  </a:lnTo>
                  <a:lnTo>
                    <a:pt x="262223" y="16256"/>
                  </a:lnTo>
                  <a:lnTo>
                    <a:pt x="262509" y="16113"/>
                  </a:lnTo>
                  <a:lnTo>
                    <a:pt x="262509" y="15971"/>
                  </a:lnTo>
                  <a:lnTo>
                    <a:pt x="262223" y="15828"/>
                  </a:lnTo>
                  <a:lnTo>
                    <a:pt x="261225" y="15828"/>
                  </a:lnTo>
                  <a:lnTo>
                    <a:pt x="261510" y="15685"/>
                  </a:lnTo>
                  <a:lnTo>
                    <a:pt x="261368" y="15543"/>
                  </a:lnTo>
                  <a:lnTo>
                    <a:pt x="261083" y="15543"/>
                  </a:lnTo>
                  <a:lnTo>
                    <a:pt x="261083" y="15685"/>
                  </a:lnTo>
                  <a:lnTo>
                    <a:pt x="260512" y="15685"/>
                  </a:lnTo>
                  <a:lnTo>
                    <a:pt x="259514" y="15400"/>
                  </a:lnTo>
                  <a:lnTo>
                    <a:pt x="259942" y="15400"/>
                  </a:lnTo>
                  <a:lnTo>
                    <a:pt x="261938" y="15258"/>
                  </a:lnTo>
                  <a:lnTo>
                    <a:pt x="260940" y="14972"/>
                  </a:lnTo>
                  <a:lnTo>
                    <a:pt x="261225" y="14972"/>
                  </a:lnTo>
                  <a:lnTo>
                    <a:pt x="261368" y="14830"/>
                  </a:lnTo>
                  <a:lnTo>
                    <a:pt x="260227" y="14545"/>
                  </a:lnTo>
                  <a:lnTo>
                    <a:pt x="260512" y="14402"/>
                  </a:lnTo>
                  <a:lnTo>
                    <a:pt x="261083" y="14545"/>
                  </a:lnTo>
                  <a:lnTo>
                    <a:pt x="261368" y="14545"/>
                  </a:lnTo>
                  <a:lnTo>
                    <a:pt x="261510" y="14402"/>
                  </a:lnTo>
                  <a:lnTo>
                    <a:pt x="261368" y="14402"/>
                  </a:lnTo>
                  <a:lnTo>
                    <a:pt x="260655" y="14117"/>
                  </a:lnTo>
                  <a:lnTo>
                    <a:pt x="260370" y="13974"/>
                  </a:lnTo>
                  <a:lnTo>
                    <a:pt x="260512" y="13832"/>
                  </a:lnTo>
                  <a:lnTo>
                    <a:pt x="260797" y="13689"/>
                  </a:lnTo>
                  <a:lnTo>
                    <a:pt x="261938" y="13547"/>
                  </a:lnTo>
                  <a:lnTo>
                    <a:pt x="263079" y="13547"/>
                  </a:lnTo>
                  <a:lnTo>
                    <a:pt x="261796" y="13261"/>
                  </a:lnTo>
                  <a:lnTo>
                    <a:pt x="261653" y="13261"/>
                  </a:lnTo>
                  <a:lnTo>
                    <a:pt x="261653" y="13119"/>
                  </a:lnTo>
                  <a:lnTo>
                    <a:pt x="262366" y="12834"/>
                  </a:lnTo>
                  <a:lnTo>
                    <a:pt x="261796" y="12691"/>
                  </a:lnTo>
                  <a:lnTo>
                    <a:pt x="261225" y="12548"/>
                  </a:lnTo>
                  <a:lnTo>
                    <a:pt x="261653" y="12406"/>
                  </a:lnTo>
                  <a:lnTo>
                    <a:pt x="261796" y="12406"/>
                  </a:lnTo>
                  <a:lnTo>
                    <a:pt x="261368" y="12263"/>
                  </a:lnTo>
                  <a:lnTo>
                    <a:pt x="260940" y="11978"/>
                  </a:lnTo>
                  <a:lnTo>
                    <a:pt x="261225" y="11836"/>
                  </a:lnTo>
                  <a:lnTo>
                    <a:pt x="261510" y="11978"/>
                  </a:lnTo>
                  <a:lnTo>
                    <a:pt x="261796" y="11836"/>
                  </a:lnTo>
                  <a:lnTo>
                    <a:pt x="261938" y="11693"/>
                  </a:lnTo>
                  <a:lnTo>
                    <a:pt x="262081" y="11408"/>
                  </a:lnTo>
                  <a:lnTo>
                    <a:pt x="262223" y="11408"/>
                  </a:lnTo>
                  <a:lnTo>
                    <a:pt x="262651" y="11265"/>
                  </a:lnTo>
                  <a:lnTo>
                    <a:pt x="263221" y="11265"/>
                  </a:lnTo>
                  <a:lnTo>
                    <a:pt x="263221" y="11123"/>
                  </a:lnTo>
                  <a:lnTo>
                    <a:pt x="262794" y="10980"/>
                  </a:lnTo>
                  <a:lnTo>
                    <a:pt x="262651" y="10837"/>
                  </a:lnTo>
                  <a:lnTo>
                    <a:pt x="263079" y="10837"/>
                  </a:lnTo>
                  <a:lnTo>
                    <a:pt x="263079" y="10695"/>
                  </a:lnTo>
                  <a:lnTo>
                    <a:pt x="262794" y="10410"/>
                  </a:lnTo>
                  <a:lnTo>
                    <a:pt x="261653" y="10267"/>
                  </a:lnTo>
                  <a:lnTo>
                    <a:pt x="261938" y="10410"/>
                  </a:lnTo>
                  <a:lnTo>
                    <a:pt x="262223" y="10552"/>
                  </a:lnTo>
                  <a:lnTo>
                    <a:pt x="261938" y="10552"/>
                  </a:lnTo>
                  <a:lnTo>
                    <a:pt x="262509" y="10695"/>
                  </a:lnTo>
                  <a:lnTo>
                    <a:pt x="262223" y="10695"/>
                  </a:lnTo>
                  <a:lnTo>
                    <a:pt x="260797" y="10552"/>
                  </a:lnTo>
                  <a:lnTo>
                    <a:pt x="261083" y="10410"/>
                  </a:lnTo>
                  <a:lnTo>
                    <a:pt x="260370" y="10410"/>
                  </a:lnTo>
                  <a:lnTo>
                    <a:pt x="260370" y="10505"/>
                  </a:lnTo>
                  <a:lnTo>
                    <a:pt x="260370" y="10505"/>
                  </a:lnTo>
                  <a:lnTo>
                    <a:pt x="259799" y="10410"/>
                  </a:lnTo>
                  <a:lnTo>
                    <a:pt x="260084" y="10267"/>
                  </a:lnTo>
                  <a:lnTo>
                    <a:pt x="260655" y="10125"/>
                  </a:lnTo>
                  <a:lnTo>
                    <a:pt x="261083" y="9982"/>
                  </a:lnTo>
                  <a:lnTo>
                    <a:pt x="260370" y="9697"/>
                  </a:lnTo>
                  <a:lnTo>
                    <a:pt x="261083" y="9697"/>
                  </a:lnTo>
                  <a:lnTo>
                    <a:pt x="262223" y="9839"/>
                  </a:lnTo>
                  <a:lnTo>
                    <a:pt x="262287" y="9823"/>
                  </a:lnTo>
                  <a:lnTo>
                    <a:pt x="262287" y="9823"/>
                  </a:lnTo>
                  <a:lnTo>
                    <a:pt x="261653" y="9697"/>
                  </a:lnTo>
                  <a:lnTo>
                    <a:pt x="262509" y="9697"/>
                  </a:lnTo>
                  <a:lnTo>
                    <a:pt x="262413" y="9792"/>
                  </a:lnTo>
                  <a:lnTo>
                    <a:pt x="262413" y="9792"/>
                  </a:lnTo>
                  <a:lnTo>
                    <a:pt x="262794" y="9697"/>
                  </a:lnTo>
                  <a:lnTo>
                    <a:pt x="263079" y="9554"/>
                  </a:lnTo>
                  <a:lnTo>
                    <a:pt x="262936" y="9412"/>
                  </a:lnTo>
                  <a:lnTo>
                    <a:pt x="262651" y="9412"/>
                  </a:lnTo>
                  <a:lnTo>
                    <a:pt x="261653" y="9554"/>
                  </a:lnTo>
                  <a:lnTo>
                    <a:pt x="260940" y="9554"/>
                  </a:lnTo>
                  <a:lnTo>
                    <a:pt x="260512" y="9412"/>
                  </a:lnTo>
                  <a:lnTo>
                    <a:pt x="261653" y="9412"/>
                  </a:lnTo>
                  <a:lnTo>
                    <a:pt x="261083" y="9269"/>
                  </a:lnTo>
                  <a:lnTo>
                    <a:pt x="261510" y="9126"/>
                  </a:lnTo>
                  <a:lnTo>
                    <a:pt x="261510" y="8984"/>
                  </a:lnTo>
                  <a:lnTo>
                    <a:pt x="261368" y="8841"/>
                  </a:lnTo>
                  <a:lnTo>
                    <a:pt x="261796" y="8699"/>
                  </a:lnTo>
                  <a:lnTo>
                    <a:pt x="261510" y="8556"/>
                  </a:lnTo>
                  <a:lnTo>
                    <a:pt x="261510" y="8556"/>
                  </a:lnTo>
                  <a:lnTo>
                    <a:pt x="261938" y="8699"/>
                  </a:lnTo>
                  <a:lnTo>
                    <a:pt x="262509" y="8699"/>
                  </a:lnTo>
                  <a:lnTo>
                    <a:pt x="262794" y="8556"/>
                  </a:lnTo>
                  <a:lnTo>
                    <a:pt x="262509" y="8556"/>
                  </a:lnTo>
                  <a:lnTo>
                    <a:pt x="262651" y="8413"/>
                  </a:lnTo>
                  <a:lnTo>
                    <a:pt x="262651" y="8271"/>
                  </a:lnTo>
                  <a:lnTo>
                    <a:pt x="262223" y="8413"/>
                  </a:lnTo>
                  <a:lnTo>
                    <a:pt x="262223" y="8271"/>
                  </a:lnTo>
                  <a:lnTo>
                    <a:pt x="262366" y="8128"/>
                  </a:lnTo>
                  <a:lnTo>
                    <a:pt x="263934" y="8128"/>
                  </a:lnTo>
                  <a:lnTo>
                    <a:pt x="263649" y="7986"/>
                  </a:lnTo>
                  <a:lnTo>
                    <a:pt x="263792" y="7986"/>
                  </a:lnTo>
                  <a:lnTo>
                    <a:pt x="263792" y="7843"/>
                  </a:lnTo>
                  <a:lnTo>
                    <a:pt x="264077" y="7843"/>
                  </a:lnTo>
                  <a:lnTo>
                    <a:pt x="263649" y="7701"/>
                  </a:lnTo>
                  <a:lnTo>
                    <a:pt x="263792" y="7558"/>
                  </a:lnTo>
                  <a:lnTo>
                    <a:pt x="263649" y="7558"/>
                  </a:lnTo>
                  <a:lnTo>
                    <a:pt x="262936" y="7415"/>
                  </a:lnTo>
                  <a:lnTo>
                    <a:pt x="263507" y="7415"/>
                  </a:lnTo>
                  <a:lnTo>
                    <a:pt x="263792" y="7273"/>
                  </a:lnTo>
                  <a:lnTo>
                    <a:pt x="263934" y="6988"/>
                  </a:lnTo>
                  <a:lnTo>
                    <a:pt x="263792" y="6702"/>
                  </a:lnTo>
                  <a:lnTo>
                    <a:pt x="263507" y="6417"/>
                  </a:lnTo>
                  <a:lnTo>
                    <a:pt x="263507" y="6275"/>
                  </a:lnTo>
                  <a:lnTo>
                    <a:pt x="263792" y="6275"/>
                  </a:lnTo>
                  <a:lnTo>
                    <a:pt x="261653" y="5990"/>
                  </a:lnTo>
                  <a:lnTo>
                    <a:pt x="260084" y="5704"/>
                  </a:lnTo>
                  <a:lnTo>
                    <a:pt x="257660" y="5134"/>
                  </a:lnTo>
                  <a:lnTo>
                    <a:pt x="256662" y="4849"/>
                  </a:lnTo>
                  <a:lnTo>
                    <a:pt x="255522" y="4706"/>
                  </a:lnTo>
                  <a:lnTo>
                    <a:pt x="252099" y="4706"/>
                  </a:lnTo>
                  <a:lnTo>
                    <a:pt x="252385" y="4849"/>
                  </a:lnTo>
                  <a:lnTo>
                    <a:pt x="252955" y="4991"/>
                  </a:lnTo>
                  <a:lnTo>
                    <a:pt x="254238" y="5134"/>
                  </a:lnTo>
                  <a:lnTo>
                    <a:pt x="254523" y="5134"/>
                  </a:lnTo>
                  <a:lnTo>
                    <a:pt x="252670" y="5277"/>
                  </a:lnTo>
                  <a:lnTo>
                    <a:pt x="254666" y="5847"/>
                  </a:lnTo>
                  <a:lnTo>
                    <a:pt x="255807" y="6275"/>
                  </a:lnTo>
                  <a:lnTo>
                    <a:pt x="255949" y="6560"/>
                  </a:lnTo>
                  <a:lnTo>
                    <a:pt x="256092" y="6560"/>
                  </a:lnTo>
                  <a:lnTo>
                    <a:pt x="256092" y="6702"/>
                  </a:lnTo>
                  <a:lnTo>
                    <a:pt x="255949" y="6560"/>
                  </a:lnTo>
                  <a:lnTo>
                    <a:pt x="255379" y="6560"/>
                  </a:lnTo>
                  <a:lnTo>
                    <a:pt x="254809" y="6417"/>
                  </a:lnTo>
                  <a:lnTo>
                    <a:pt x="254238" y="6417"/>
                  </a:lnTo>
                  <a:lnTo>
                    <a:pt x="254523" y="6275"/>
                  </a:lnTo>
                  <a:lnTo>
                    <a:pt x="253811" y="6132"/>
                  </a:lnTo>
                  <a:lnTo>
                    <a:pt x="253668" y="5990"/>
                  </a:lnTo>
                  <a:lnTo>
                    <a:pt x="253240" y="5847"/>
                  </a:lnTo>
                  <a:lnTo>
                    <a:pt x="252242" y="5847"/>
                  </a:lnTo>
                  <a:lnTo>
                    <a:pt x="251672" y="5990"/>
                  </a:lnTo>
                  <a:lnTo>
                    <a:pt x="252812" y="6132"/>
                  </a:lnTo>
                  <a:lnTo>
                    <a:pt x="252670" y="6275"/>
                  </a:lnTo>
                  <a:lnTo>
                    <a:pt x="252670" y="6417"/>
                  </a:lnTo>
                  <a:lnTo>
                    <a:pt x="253098" y="6560"/>
                  </a:lnTo>
                  <a:lnTo>
                    <a:pt x="254809" y="6702"/>
                  </a:lnTo>
                  <a:lnTo>
                    <a:pt x="256092" y="6988"/>
                  </a:lnTo>
                  <a:lnTo>
                    <a:pt x="255094" y="7130"/>
                  </a:lnTo>
                  <a:lnTo>
                    <a:pt x="255522" y="7273"/>
                  </a:lnTo>
                  <a:lnTo>
                    <a:pt x="255379" y="7415"/>
                  </a:lnTo>
                  <a:lnTo>
                    <a:pt x="254951" y="7558"/>
                  </a:lnTo>
                  <a:lnTo>
                    <a:pt x="254381" y="7558"/>
                  </a:lnTo>
                  <a:lnTo>
                    <a:pt x="254381" y="7986"/>
                  </a:lnTo>
                  <a:lnTo>
                    <a:pt x="254096" y="8128"/>
                  </a:lnTo>
                  <a:lnTo>
                    <a:pt x="253525" y="8128"/>
                  </a:lnTo>
                  <a:lnTo>
                    <a:pt x="252955" y="7843"/>
                  </a:lnTo>
                  <a:lnTo>
                    <a:pt x="253383" y="7843"/>
                  </a:lnTo>
                  <a:lnTo>
                    <a:pt x="253668" y="7701"/>
                  </a:lnTo>
                  <a:lnTo>
                    <a:pt x="253811" y="7701"/>
                  </a:lnTo>
                  <a:lnTo>
                    <a:pt x="253668" y="7415"/>
                  </a:lnTo>
                  <a:lnTo>
                    <a:pt x="252955" y="7130"/>
                  </a:lnTo>
                  <a:lnTo>
                    <a:pt x="252099" y="6988"/>
                  </a:lnTo>
                  <a:lnTo>
                    <a:pt x="253383" y="6988"/>
                  </a:lnTo>
                  <a:lnTo>
                    <a:pt x="251672" y="6702"/>
                  </a:lnTo>
                  <a:lnTo>
                    <a:pt x="252099" y="6702"/>
                  </a:lnTo>
                  <a:lnTo>
                    <a:pt x="251672" y="6560"/>
                  </a:lnTo>
                  <a:lnTo>
                    <a:pt x="251529" y="6560"/>
                  </a:lnTo>
                  <a:lnTo>
                    <a:pt x="252099" y="6417"/>
                  </a:lnTo>
                  <a:lnTo>
                    <a:pt x="251814" y="6275"/>
                  </a:lnTo>
                  <a:lnTo>
                    <a:pt x="251672" y="6275"/>
                  </a:lnTo>
                  <a:lnTo>
                    <a:pt x="252099" y="6132"/>
                  </a:lnTo>
                  <a:lnTo>
                    <a:pt x="250959" y="6132"/>
                  </a:lnTo>
                  <a:lnTo>
                    <a:pt x="250959" y="5990"/>
                  </a:lnTo>
                  <a:lnTo>
                    <a:pt x="250959" y="5847"/>
                  </a:lnTo>
                  <a:lnTo>
                    <a:pt x="251957" y="5704"/>
                  </a:lnTo>
                  <a:lnTo>
                    <a:pt x="250816" y="5847"/>
                  </a:lnTo>
                  <a:lnTo>
                    <a:pt x="248677" y="5704"/>
                  </a:lnTo>
                  <a:lnTo>
                    <a:pt x="247822" y="5704"/>
                  </a:lnTo>
                  <a:lnTo>
                    <a:pt x="247251" y="5419"/>
                  </a:lnTo>
                  <a:lnTo>
                    <a:pt x="247537" y="5277"/>
                  </a:lnTo>
                  <a:lnTo>
                    <a:pt x="246681" y="5134"/>
                  </a:lnTo>
                  <a:lnTo>
                    <a:pt x="245968" y="5134"/>
                  </a:lnTo>
                  <a:lnTo>
                    <a:pt x="246824" y="4991"/>
                  </a:lnTo>
                  <a:lnTo>
                    <a:pt x="244970" y="4706"/>
                  </a:lnTo>
                  <a:lnTo>
                    <a:pt x="244685" y="4706"/>
                  </a:lnTo>
                  <a:lnTo>
                    <a:pt x="244827" y="4849"/>
                  </a:lnTo>
                  <a:lnTo>
                    <a:pt x="244827" y="4991"/>
                  </a:lnTo>
                  <a:lnTo>
                    <a:pt x="244685" y="5134"/>
                  </a:lnTo>
                  <a:lnTo>
                    <a:pt x="243972" y="5134"/>
                  </a:lnTo>
                  <a:lnTo>
                    <a:pt x="242831" y="4849"/>
                  </a:lnTo>
                  <a:lnTo>
                    <a:pt x="243972" y="4991"/>
                  </a:lnTo>
                  <a:lnTo>
                    <a:pt x="244114" y="4849"/>
                  </a:lnTo>
                  <a:lnTo>
                    <a:pt x="244257" y="4849"/>
                  </a:lnTo>
                  <a:lnTo>
                    <a:pt x="243116" y="4706"/>
                  </a:lnTo>
                  <a:lnTo>
                    <a:pt x="242974" y="4564"/>
                  </a:lnTo>
                  <a:lnTo>
                    <a:pt x="243116" y="4421"/>
                  </a:lnTo>
                  <a:lnTo>
                    <a:pt x="242974" y="4278"/>
                  </a:lnTo>
                  <a:lnTo>
                    <a:pt x="242689" y="4136"/>
                  </a:lnTo>
                  <a:lnTo>
                    <a:pt x="243687" y="4278"/>
                  </a:lnTo>
                  <a:lnTo>
                    <a:pt x="243829" y="4421"/>
                  </a:lnTo>
                  <a:lnTo>
                    <a:pt x="243972" y="4421"/>
                  </a:lnTo>
                  <a:lnTo>
                    <a:pt x="243259" y="4564"/>
                  </a:lnTo>
                  <a:lnTo>
                    <a:pt x="244542" y="4564"/>
                  </a:lnTo>
                  <a:lnTo>
                    <a:pt x="244970" y="4421"/>
                  </a:lnTo>
                  <a:lnTo>
                    <a:pt x="245113" y="4421"/>
                  </a:lnTo>
                  <a:lnTo>
                    <a:pt x="245113" y="4278"/>
                  </a:lnTo>
                  <a:lnTo>
                    <a:pt x="244685" y="4136"/>
                  </a:lnTo>
                  <a:lnTo>
                    <a:pt x="243259" y="3851"/>
                  </a:lnTo>
                  <a:lnTo>
                    <a:pt x="242118" y="3851"/>
                  </a:lnTo>
                  <a:lnTo>
                    <a:pt x="242118" y="3708"/>
                  </a:lnTo>
                  <a:lnTo>
                    <a:pt x="242974" y="3708"/>
                  </a:lnTo>
                  <a:lnTo>
                    <a:pt x="242689" y="3423"/>
                  </a:lnTo>
                  <a:lnTo>
                    <a:pt x="242403" y="3423"/>
                  </a:lnTo>
                  <a:lnTo>
                    <a:pt x="241833" y="3566"/>
                  </a:lnTo>
                  <a:lnTo>
                    <a:pt x="241405" y="3708"/>
                  </a:lnTo>
                  <a:lnTo>
                    <a:pt x="241120" y="3851"/>
                  </a:lnTo>
                  <a:lnTo>
                    <a:pt x="240835" y="3708"/>
                  </a:lnTo>
                  <a:lnTo>
                    <a:pt x="241120" y="3993"/>
                  </a:lnTo>
                  <a:lnTo>
                    <a:pt x="241548" y="3993"/>
                  </a:lnTo>
                  <a:lnTo>
                    <a:pt x="241690" y="4136"/>
                  </a:lnTo>
                  <a:lnTo>
                    <a:pt x="241120" y="4136"/>
                  </a:lnTo>
                  <a:lnTo>
                    <a:pt x="240550" y="3851"/>
                  </a:lnTo>
                  <a:lnTo>
                    <a:pt x="238981" y="3280"/>
                  </a:lnTo>
                  <a:lnTo>
                    <a:pt x="237128" y="2710"/>
                  </a:lnTo>
                  <a:lnTo>
                    <a:pt x="234989" y="2425"/>
                  </a:lnTo>
                  <a:lnTo>
                    <a:pt x="232850" y="2282"/>
                  </a:lnTo>
                  <a:lnTo>
                    <a:pt x="230854" y="2282"/>
                  </a:lnTo>
                  <a:lnTo>
                    <a:pt x="229142" y="2425"/>
                  </a:lnTo>
                  <a:lnTo>
                    <a:pt x="228572" y="2567"/>
                  </a:lnTo>
                  <a:lnTo>
                    <a:pt x="228002" y="2853"/>
                  </a:lnTo>
                  <a:lnTo>
                    <a:pt x="228002" y="2995"/>
                  </a:lnTo>
                  <a:lnTo>
                    <a:pt x="228002" y="3138"/>
                  </a:lnTo>
                  <a:lnTo>
                    <a:pt x="228430" y="3280"/>
                  </a:lnTo>
                  <a:lnTo>
                    <a:pt x="229855" y="3423"/>
                  </a:lnTo>
                  <a:lnTo>
                    <a:pt x="230568" y="3566"/>
                  </a:lnTo>
                  <a:lnTo>
                    <a:pt x="228857" y="3423"/>
                  </a:lnTo>
                  <a:lnTo>
                    <a:pt x="228715" y="3566"/>
                  </a:lnTo>
                  <a:lnTo>
                    <a:pt x="227859" y="3566"/>
                  </a:lnTo>
                  <a:lnTo>
                    <a:pt x="227859" y="3708"/>
                  </a:lnTo>
                  <a:lnTo>
                    <a:pt x="226433" y="3851"/>
                  </a:lnTo>
                  <a:lnTo>
                    <a:pt x="225578" y="3851"/>
                  </a:lnTo>
                  <a:lnTo>
                    <a:pt x="225863" y="3566"/>
                  </a:lnTo>
                  <a:lnTo>
                    <a:pt x="225578" y="3566"/>
                  </a:lnTo>
                  <a:lnTo>
                    <a:pt x="225578" y="3423"/>
                  </a:lnTo>
                  <a:lnTo>
                    <a:pt x="225720" y="3280"/>
                  </a:lnTo>
                  <a:lnTo>
                    <a:pt x="226148" y="3423"/>
                  </a:lnTo>
                  <a:lnTo>
                    <a:pt x="225720" y="3423"/>
                  </a:lnTo>
                  <a:lnTo>
                    <a:pt x="225863" y="3566"/>
                  </a:lnTo>
                  <a:lnTo>
                    <a:pt x="226861" y="3280"/>
                  </a:lnTo>
                  <a:lnTo>
                    <a:pt x="225863" y="3280"/>
                  </a:lnTo>
                  <a:lnTo>
                    <a:pt x="225578" y="3138"/>
                  </a:lnTo>
                  <a:lnTo>
                    <a:pt x="225720" y="2853"/>
                  </a:lnTo>
                  <a:lnTo>
                    <a:pt x="225007" y="2853"/>
                  </a:lnTo>
                  <a:lnTo>
                    <a:pt x="224865" y="2710"/>
                  </a:lnTo>
                  <a:lnTo>
                    <a:pt x="225578" y="2567"/>
                  </a:lnTo>
                  <a:lnTo>
                    <a:pt x="226291" y="2425"/>
                  </a:lnTo>
                  <a:lnTo>
                    <a:pt x="225150" y="2425"/>
                  </a:lnTo>
                  <a:lnTo>
                    <a:pt x="224722" y="2567"/>
                  </a:lnTo>
                  <a:lnTo>
                    <a:pt x="224294" y="2425"/>
                  </a:lnTo>
                  <a:lnTo>
                    <a:pt x="224865" y="2425"/>
                  </a:lnTo>
                  <a:lnTo>
                    <a:pt x="224865" y="2282"/>
                  </a:lnTo>
                  <a:lnTo>
                    <a:pt x="224294" y="2140"/>
                  </a:lnTo>
                  <a:lnTo>
                    <a:pt x="223581" y="2140"/>
                  </a:lnTo>
                  <a:lnTo>
                    <a:pt x="223724" y="2282"/>
                  </a:lnTo>
                  <a:lnTo>
                    <a:pt x="224152" y="2425"/>
                  </a:lnTo>
                  <a:lnTo>
                    <a:pt x="224294" y="2567"/>
                  </a:lnTo>
                  <a:lnTo>
                    <a:pt x="224152" y="2710"/>
                  </a:lnTo>
                  <a:lnTo>
                    <a:pt x="223439" y="2567"/>
                  </a:lnTo>
                  <a:lnTo>
                    <a:pt x="223011" y="2567"/>
                  </a:lnTo>
                  <a:lnTo>
                    <a:pt x="223724" y="2853"/>
                  </a:lnTo>
                  <a:lnTo>
                    <a:pt x="220159" y="2567"/>
                  </a:lnTo>
                  <a:lnTo>
                    <a:pt x="218962" y="2453"/>
                  </a:lnTo>
                  <a:lnTo>
                    <a:pt x="218962" y="2453"/>
                  </a:lnTo>
                  <a:lnTo>
                    <a:pt x="219304" y="2567"/>
                  </a:lnTo>
                  <a:lnTo>
                    <a:pt x="218733" y="2567"/>
                  </a:lnTo>
                  <a:lnTo>
                    <a:pt x="218733" y="2432"/>
                  </a:lnTo>
                  <a:lnTo>
                    <a:pt x="218733" y="2432"/>
                  </a:lnTo>
                  <a:lnTo>
                    <a:pt x="217165" y="2282"/>
                  </a:lnTo>
                  <a:lnTo>
                    <a:pt x="214598" y="2282"/>
                  </a:lnTo>
                  <a:lnTo>
                    <a:pt x="213600" y="2425"/>
                  </a:lnTo>
                  <a:lnTo>
                    <a:pt x="212602" y="2710"/>
                  </a:lnTo>
                  <a:lnTo>
                    <a:pt x="210891" y="2140"/>
                  </a:lnTo>
                  <a:lnTo>
                    <a:pt x="209180" y="1712"/>
                  </a:lnTo>
                  <a:lnTo>
                    <a:pt x="208324" y="1569"/>
                  </a:lnTo>
                  <a:lnTo>
                    <a:pt x="207897" y="1569"/>
                  </a:lnTo>
                  <a:lnTo>
                    <a:pt x="207754" y="1712"/>
                  </a:lnTo>
                  <a:lnTo>
                    <a:pt x="208467" y="1712"/>
                  </a:lnTo>
                  <a:lnTo>
                    <a:pt x="208182" y="1855"/>
                  </a:lnTo>
                  <a:lnTo>
                    <a:pt x="208039" y="1855"/>
                  </a:lnTo>
                  <a:lnTo>
                    <a:pt x="207897" y="1997"/>
                  </a:lnTo>
                  <a:lnTo>
                    <a:pt x="207469" y="2140"/>
                  </a:lnTo>
                  <a:lnTo>
                    <a:pt x="207754" y="2282"/>
                  </a:lnTo>
                  <a:lnTo>
                    <a:pt x="207611" y="2282"/>
                  </a:lnTo>
                  <a:lnTo>
                    <a:pt x="207041" y="2140"/>
                  </a:lnTo>
                  <a:lnTo>
                    <a:pt x="206186" y="1855"/>
                  </a:lnTo>
                  <a:lnTo>
                    <a:pt x="205900" y="1855"/>
                  </a:lnTo>
                  <a:lnTo>
                    <a:pt x="205900" y="1997"/>
                  </a:lnTo>
                  <a:lnTo>
                    <a:pt x="206043" y="2140"/>
                  </a:lnTo>
                  <a:lnTo>
                    <a:pt x="205615" y="2140"/>
                  </a:lnTo>
                  <a:lnTo>
                    <a:pt x="205187" y="2282"/>
                  </a:lnTo>
                  <a:lnTo>
                    <a:pt x="205045" y="2282"/>
                  </a:lnTo>
                  <a:lnTo>
                    <a:pt x="205045" y="2425"/>
                  </a:lnTo>
                  <a:lnTo>
                    <a:pt x="205473" y="2567"/>
                  </a:lnTo>
                  <a:lnTo>
                    <a:pt x="205900" y="2567"/>
                  </a:lnTo>
                  <a:lnTo>
                    <a:pt x="206043" y="2425"/>
                  </a:lnTo>
                  <a:lnTo>
                    <a:pt x="206043" y="2282"/>
                  </a:lnTo>
                  <a:lnTo>
                    <a:pt x="206186" y="2282"/>
                  </a:lnTo>
                  <a:lnTo>
                    <a:pt x="206898" y="2425"/>
                  </a:lnTo>
                  <a:lnTo>
                    <a:pt x="206471" y="2567"/>
                  </a:lnTo>
                  <a:lnTo>
                    <a:pt x="206756" y="2853"/>
                  </a:lnTo>
                  <a:lnTo>
                    <a:pt x="206898" y="2995"/>
                  </a:lnTo>
                  <a:lnTo>
                    <a:pt x="205473" y="2995"/>
                  </a:lnTo>
                  <a:lnTo>
                    <a:pt x="206328" y="2853"/>
                  </a:lnTo>
                  <a:lnTo>
                    <a:pt x="206186" y="2710"/>
                  </a:lnTo>
                  <a:lnTo>
                    <a:pt x="205330" y="2710"/>
                  </a:lnTo>
                  <a:lnTo>
                    <a:pt x="204474" y="2567"/>
                  </a:lnTo>
                  <a:lnTo>
                    <a:pt x="204189" y="2710"/>
                  </a:lnTo>
                  <a:lnTo>
                    <a:pt x="204332" y="2710"/>
                  </a:lnTo>
                  <a:lnTo>
                    <a:pt x="204617" y="2853"/>
                  </a:lnTo>
                  <a:lnTo>
                    <a:pt x="204617" y="2995"/>
                  </a:lnTo>
                  <a:lnTo>
                    <a:pt x="204902" y="2995"/>
                  </a:lnTo>
                  <a:lnTo>
                    <a:pt x="204332" y="3138"/>
                  </a:lnTo>
                  <a:lnTo>
                    <a:pt x="204617" y="3138"/>
                  </a:lnTo>
                  <a:lnTo>
                    <a:pt x="205187" y="3280"/>
                  </a:lnTo>
                  <a:lnTo>
                    <a:pt x="205473" y="3423"/>
                  </a:lnTo>
                  <a:lnTo>
                    <a:pt x="205615" y="3566"/>
                  </a:lnTo>
                  <a:lnTo>
                    <a:pt x="204760" y="3566"/>
                  </a:lnTo>
                  <a:lnTo>
                    <a:pt x="204474" y="3280"/>
                  </a:lnTo>
                  <a:lnTo>
                    <a:pt x="204189" y="3138"/>
                  </a:lnTo>
                  <a:lnTo>
                    <a:pt x="203191" y="2853"/>
                  </a:lnTo>
                  <a:lnTo>
                    <a:pt x="202050" y="2853"/>
                  </a:lnTo>
                  <a:lnTo>
                    <a:pt x="200767" y="2710"/>
                  </a:lnTo>
                  <a:lnTo>
                    <a:pt x="198628" y="2710"/>
                  </a:lnTo>
                  <a:lnTo>
                    <a:pt x="198058" y="2567"/>
                  </a:lnTo>
                  <a:lnTo>
                    <a:pt x="197915" y="2425"/>
                  </a:lnTo>
                  <a:lnTo>
                    <a:pt x="197915" y="2282"/>
                  </a:lnTo>
                  <a:lnTo>
                    <a:pt x="197345" y="2425"/>
                  </a:lnTo>
                  <a:lnTo>
                    <a:pt x="197488" y="2282"/>
                  </a:lnTo>
                  <a:lnTo>
                    <a:pt x="197630" y="2140"/>
                  </a:lnTo>
                  <a:lnTo>
                    <a:pt x="197488" y="1997"/>
                  </a:lnTo>
                  <a:lnTo>
                    <a:pt x="196489" y="1997"/>
                  </a:lnTo>
                  <a:lnTo>
                    <a:pt x="196489" y="2140"/>
                  </a:lnTo>
                  <a:lnTo>
                    <a:pt x="196632" y="2282"/>
                  </a:lnTo>
                  <a:lnTo>
                    <a:pt x="197202" y="2282"/>
                  </a:lnTo>
                  <a:lnTo>
                    <a:pt x="196489" y="2425"/>
                  </a:lnTo>
                  <a:lnTo>
                    <a:pt x="196062" y="2425"/>
                  </a:lnTo>
                  <a:lnTo>
                    <a:pt x="195634" y="2140"/>
                  </a:lnTo>
                  <a:lnTo>
                    <a:pt x="195349" y="1997"/>
                  </a:lnTo>
                  <a:lnTo>
                    <a:pt x="194778" y="1855"/>
                  </a:lnTo>
                  <a:lnTo>
                    <a:pt x="194065" y="1855"/>
                  </a:lnTo>
                  <a:lnTo>
                    <a:pt x="193495" y="1997"/>
                  </a:lnTo>
                  <a:lnTo>
                    <a:pt x="193780" y="2282"/>
                  </a:lnTo>
                  <a:lnTo>
                    <a:pt x="193638" y="2425"/>
                  </a:lnTo>
                  <a:lnTo>
                    <a:pt x="192497" y="2425"/>
                  </a:lnTo>
                  <a:lnTo>
                    <a:pt x="192354" y="2282"/>
                  </a:lnTo>
                  <a:lnTo>
                    <a:pt x="193352" y="2282"/>
                  </a:lnTo>
                  <a:lnTo>
                    <a:pt x="192212" y="1997"/>
                  </a:lnTo>
                  <a:lnTo>
                    <a:pt x="192069" y="1997"/>
                  </a:lnTo>
                  <a:lnTo>
                    <a:pt x="192212" y="1855"/>
                  </a:lnTo>
                  <a:lnTo>
                    <a:pt x="192069" y="1855"/>
                  </a:lnTo>
                  <a:lnTo>
                    <a:pt x="192925" y="1427"/>
                  </a:lnTo>
                  <a:lnTo>
                    <a:pt x="193352" y="1142"/>
                  </a:lnTo>
                  <a:lnTo>
                    <a:pt x="193495" y="856"/>
                  </a:lnTo>
                  <a:lnTo>
                    <a:pt x="193210" y="714"/>
                  </a:lnTo>
                  <a:lnTo>
                    <a:pt x="191927" y="571"/>
                  </a:lnTo>
                  <a:lnTo>
                    <a:pt x="189788" y="571"/>
                  </a:lnTo>
                  <a:lnTo>
                    <a:pt x="185082" y="856"/>
                  </a:lnTo>
                  <a:lnTo>
                    <a:pt x="183086" y="856"/>
                  </a:lnTo>
                  <a:lnTo>
                    <a:pt x="181945" y="714"/>
                  </a:lnTo>
                  <a:lnTo>
                    <a:pt x="180519" y="856"/>
                  </a:lnTo>
                  <a:lnTo>
                    <a:pt x="181375" y="856"/>
                  </a:lnTo>
                  <a:lnTo>
                    <a:pt x="181375" y="999"/>
                  </a:lnTo>
                  <a:lnTo>
                    <a:pt x="181090" y="999"/>
                  </a:lnTo>
                  <a:lnTo>
                    <a:pt x="181517" y="1142"/>
                  </a:lnTo>
                  <a:lnTo>
                    <a:pt x="181232" y="1142"/>
                  </a:lnTo>
                  <a:lnTo>
                    <a:pt x="181945" y="1427"/>
                  </a:lnTo>
                  <a:lnTo>
                    <a:pt x="181803" y="1569"/>
                  </a:lnTo>
                  <a:lnTo>
                    <a:pt x="179949" y="1855"/>
                  </a:lnTo>
                  <a:lnTo>
                    <a:pt x="178381" y="2140"/>
                  </a:lnTo>
                  <a:lnTo>
                    <a:pt x="178523" y="2282"/>
                  </a:lnTo>
                  <a:lnTo>
                    <a:pt x="180092" y="2282"/>
                  </a:lnTo>
                  <a:lnTo>
                    <a:pt x="180662" y="2140"/>
                  </a:lnTo>
                  <a:lnTo>
                    <a:pt x="181375" y="1997"/>
                  </a:lnTo>
                  <a:lnTo>
                    <a:pt x="180576" y="1883"/>
                  </a:lnTo>
                  <a:lnTo>
                    <a:pt x="180576" y="1883"/>
                  </a:lnTo>
                  <a:lnTo>
                    <a:pt x="180805" y="1997"/>
                  </a:lnTo>
                  <a:lnTo>
                    <a:pt x="180662" y="1997"/>
                  </a:lnTo>
                  <a:lnTo>
                    <a:pt x="180543" y="1878"/>
                  </a:lnTo>
                  <a:lnTo>
                    <a:pt x="180543" y="1878"/>
                  </a:lnTo>
                  <a:lnTo>
                    <a:pt x="180377" y="1855"/>
                  </a:lnTo>
                  <a:lnTo>
                    <a:pt x="181090" y="1712"/>
                  </a:lnTo>
                  <a:lnTo>
                    <a:pt x="181517" y="1855"/>
                  </a:lnTo>
                  <a:lnTo>
                    <a:pt x="181375" y="1997"/>
                  </a:lnTo>
                  <a:lnTo>
                    <a:pt x="181945" y="2140"/>
                  </a:lnTo>
                  <a:lnTo>
                    <a:pt x="182230" y="2282"/>
                  </a:lnTo>
                  <a:lnTo>
                    <a:pt x="182373" y="2425"/>
                  </a:lnTo>
                  <a:lnTo>
                    <a:pt x="182088" y="2567"/>
                  </a:lnTo>
                  <a:lnTo>
                    <a:pt x="181660" y="2710"/>
                  </a:lnTo>
                  <a:lnTo>
                    <a:pt x="180805" y="2567"/>
                  </a:lnTo>
                  <a:lnTo>
                    <a:pt x="180947" y="2425"/>
                  </a:lnTo>
                  <a:lnTo>
                    <a:pt x="180377" y="2425"/>
                  </a:lnTo>
                  <a:lnTo>
                    <a:pt x="180519" y="2567"/>
                  </a:lnTo>
                  <a:lnTo>
                    <a:pt x="180377" y="2567"/>
                  </a:lnTo>
                  <a:lnTo>
                    <a:pt x="180805" y="2710"/>
                  </a:lnTo>
                  <a:lnTo>
                    <a:pt x="180519" y="2853"/>
                  </a:lnTo>
                  <a:lnTo>
                    <a:pt x="180234" y="2710"/>
                  </a:lnTo>
                  <a:lnTo>
                    <a:pt x="180377" y="2567"/>
                  </a:lnTo>
                  <a:lnTo>
                    <a:pt x="178951" y="2853"/>
                  </a:lnTo>
                  <a:lnTo>
                    <a:pt x="178666" y="2995"/>
                  </a:lnTo>
                  <a:lnTo>
                    <a:pt x="178666" y="3138"/>
                  </a:lnTo>
                  <a:lnTo>
                    <a:pt x="178523" y="3280"/>
                  </a:lnTo>
                  <a:lnTo>
                    <a:pt x="177382" y="3280"/>
                  </a:lnTo>
                  <a:lnTo>
                    <a:pt x="176955" y="3138"/>
                  </a:lnTo>
                  <a:lnTo>
                    <a:pt x="177810" y="3138"/>
                  </a:lnTo>
                  <a:lnTo>
                    <a:pt x="177810" y="2995"/>
                  </a:lnTo>
                  <a:lnTo>
                    <a:pt x="177240" y="2995"/>
                  </a:lnTo>
                  <a:lnTo>
                    <a:pt x="177525" y="2853"/>
                  </a:lnTo>
                  <a:lnTo>
                    <a:pt x="176812" y="2710"/>
                  </a:lnTo>
                  <a:lnTo>
                    <a:pt x="176099" y="2710"/>
                  </a:lnTo>
                  <a:lnTo>
                    <a:pt x="175814" y="2567"/>
                  </a:lnTo>
                  <a:lnTo>
                    <a:pt x="175529" y="2425"/>
                  </a:lnTo>
                  <a:lnTo>
                    <a:pt x="175956" y="2425"/>
                  </a:lnTo>
                  <a:lnTo>
                    <a:pt x="176669" y="2567"/>
                  </a:lnTo>
                  <a:lnTo>
                    <a:pt x="177382" y="2425"/>
                  </a:lnTo>
                  <a:lnTo>
                    <a:pt x="176669" y="2425"/>
                  </a:lnTo>
                  <a:lnTo>
                    <a:pt x="176384" y="2282"/>
                  </a:lnTo>
                  <a:lnTo>
                    <a:pt x="176384" y="2140"/>
                  </a:lnTo>
                  <a:lnTo>
                    <a:pt x="176384" y="1997"/>
                  </a:lnTo>
                  <a:lnTo>
                    <a:pt x="176242" y="1855"/>
                  </a:lnTo>
                  <a:lnTo>
                    <a:pt x="174673" y="1855"/>
                  </a:lnTo>
                  <a:lnTo>
                    <a:pt x="175101" y="1712"/>
                  </a:lnTo>
                  <a:lnTo>
                    <a:pt x="174673" y="1712"/>
                  </a:lnTo>
                  <a:lnTo>
                    <a:pt x="174388" y="1855"/>
                  </a:lnTo>
                  <a:lnTo>
                    <a:pt x="174816" y="1997"/>
                  </a:lnTo>
                  <a:lnTo>
                    <a:pt x="176099" y="1997"/>
                  </a:lnTo>
                  <a:lnTo>
                    <a:pt x="174673" y="2282"/>
                  </a:lnTo>
                  <a:lnTo>
                    <a:pt x="174388" y="2282"/>
                  </a:lnTo>
                  <a:lnTo>
                    <a:pt x="174103" y="2140"/>
                  </a:lnTo>
                  <a:lnTo>
                    <a:pt x="173390" y="1997"/>
                  </a:lnTo>
                  <a:lnTo>
                    <a:pt x="171251" y="1997"/>
                  </a:lnTo>
                  <a:lnTo>
                    <a:pt x="171536" y="2140"/>
                  </a:lnTo>
                  <a:lnTo>
                    <a:pt x="171536" y="2140"/>
                  </a:lnTo>
                  <a:lnTo>
                    <a:pt x="170253" y="1997"/>
                  </a:lnTo>
                  <a:lnTo>
                    <a:pt x="170538" y="1855"/>
                  </a:lnTo>
                  <a:lnTo>
                    <a:pt x="170823" y="1712"/>
                  </a:lnTo>
                  <a:lnTo>
                    <a:pt x="170681" y="1712"/>
                  </a:lnTo>
                  <a:lnTo>
                    <a:pt x="169968" y="1569"/>
                  </a:lnTo>
                  <a:lnTo>
                    <a:pt x="169968" y="1569"/>
                  </a:lnTo>
                  <a:lnTo>
                    <a:pt x="170253" y="1712"/>
                  </a:lnTo>
                  <a:lnTo>
                    <a:pt x="168114" y="1712"/>
                  </a:lnTo>
                  <a:lnTo>
                    <a:pt x="167829" y="1855"/>
                  </a:lnTo>
                  <a:lnTo>
                    <a:pt x="168257" y="1855"/>
                  </a:lnTo>
                  <a:lnTo>
                    <a:pt x="168684" y="1997"/>
                  </a:lnTo>
                  <a:lnTo>
                    <a:pt x="169255" y="1997"/>
                  </a:lnTo>
                  <a:lnTo>
                    <a:pt x="169968" y="2140"/>
                  </a:lnTo>
                  <a:lnTo>
                    <a:pt x="167829" y="2567"/>
                  </a:lnTo>
                  <a:lnTo>
                    <a:pt x="166831" y="2567"/>
                  </a:lnTo>
                  <a:lnTo>
                    <a:pt x="165262" y="2425"/>
                  </a:lnTo>
                  <a:lnTo>
                    <a:pt x="166260" y="2140"/>
                  </a:lnTo>
                  <a:lnTo>
                    <a:pt x="166688" y="2140"/>
                  </a:lnTo>
                  <a:lnTo>
                    <a:pt x="166973" y="2425"/>
                  </a:lnTo>
                  <a:lnTo>
                    <a:pt x="167259" y="2425"/>
                  </a:lnTo>
                  <a:lnTo>
                    <a:pt x="167829" y="2282"/>
                  </a:lnTo>
                  <a:lnTo>
                    <a:pt x="167401" y="2282"/>
                  </a:lnTo>
                  <a:lnTo>
                    <a:pt x="167544" y="2140"/>
                  </a:lnTo>
                  <a:lnTo>
                    <a:pt x="166973" y="2140"/>
                  </a:lnTo>
                  <a:lnTo>
                    <a:pt x="167401" y="1712"/>
                  </a:lnTo>
                  <a:lnTo>
                    <a:pt x="167259" y="1712"/>
                  </a:lnTo>
                  <a:lnTo>
                    <a:pt x="164264" y="1997"/>
                  </a:lnTo>
                  <a:lnTo>
                    <a:pt x="164264" y="1855"/>
                  </a:lnTo>
                  <a:lnTo>
                    <a:pt x="163979" y="1712"/>
                  </a:lnTo>
                  <a:lnTo>
                    <a:pt x="163409" y="1427"/>
                  </a:lnTo>
                  <a:lnTo>
                    <a:pt x="162357" y="1146"/>
                  </a:lnTo>
                  <a:lnTo>
                    <a:pt x="160842" y="1284"/>
                  </a:lnTo>
                  <a:lnTo>
                    <a:pt x="159844" y="1142"/>
                  </a:lnTo>
                  <a:lnTo>
                    <a:pt x="159701" y="999"/>
                  </a:lnTo>
                  <a:lnTo>
                    <a:pt x="161555" y="999"/>
                  </a:lnTo>
                  <a:lnTo>
                    <a:pt x="161412" y="1142"/>
                  </a:lnTo>
                  <a:lnTo>
                    <a:pt x="162339" y="1142"/>
                  </a:lnTo>
                  <a:lnTo>
                    <a:pt x="161270" y="856"/>
                  </a:lnTo>
                  <a:lnTo>
                    <a:pt x="159416" y="571"/>
                  </a:lnTo>
                  <a:lnTo>
                    <a:pt x="158988" y="571"/>
                  </a:lnTo>
                  <a:lnTo>
                    <a:pt x="158988" y="714"/>
                  </a:lnTo>
                  <a:lnTo>
                    <a:pt x="159131" y="856"/>
                  </a:lnTo>
                  <a:lnTo>
                    <a:pt x="157420" y="1142"/>
                  </a:lnTo>
                  <a:lnTo>
                    <a:pt x="157135" y="1142"/>
                  </a:lnTo>
                  <a:lnTo>
                    <a:pt x="157135" y="1284"/>
                  </a:lnTo>
                  <a:lnTo>
                    <a:pt x="157705" y="1284"/>
                  </a:lnTo>
                  <a:lnTo>
                    <a:pt x="158988" y="1427"/>
                  </a:lnTo>
                  <a:lnTo>
                    <a:pt x="158133" y="1569"/>
                  </a:lnTo>
                  <a:lnTo>
                    <a:pt x="158418" y="1569"/>
                  </a:lnTo>
                  <a:lnTo>
                    <a:pt x="158988" y="1855"/>
                  </a:lnTo>
                  <a:lnTo>
                    <a:pt x="158703" y="1997"/>
                  </a:lnTo>
                  <a:lnTo>
                    <a:pt x="158846" y="2140"/>
                  </a:lnTo>
                  <a:lnTo>
                    <a:pt x="158703" y="2140"/>
                  </a:lnTo>
                  <a:lnTo>
                    <a:pt x="158703" y="1997"/>
                  </a:lnTo>
                  <a:lnTo>
                    <a:pt x="158133" y="1855"/>
                  </a:lnTo>
                  <a:lnTo>
                    <a:pt x="156422" y="1712"/>
                  </a:lnTo>
                  <a:lnTo>
                    <a:pt x="155709" y="1427"/>
                  </a:lnTo>
                  <a:lnTo>
                    <a:pt x="155138" y="1284"/>
                  </a:lnTo>
                  <a:lnTo>
                    <a:pt x="154996" y="1142"/>
                  </a:lnTo>
                  <a:lnTo>
                    <a:pt x="155138" y="1142"/>
                  </a:lnTo>
                  <a:lnTo>
                    <a:pt x="155709" y="999"/>
                  </a:lnTo>
                  <a:lnTo>
                    <a:pt x="155138" y="856"/>
                  </a:lnTo>
                  <a:lnTo>
                    <a:pt x="154711" y="999"/>
                  </a:lnTo>
                  <a:lnTo>
                    <a:pt x="154140" y="999"/>
                  </a:lnTo>
                  <a:lnTo>
                    <a:pt x="153855" y="856"/>
                  </a:lnTo>
                  <a:lnTo>
                    <a:pt x="154853" y="714"/>
                  </a:lnTo>
                  <a:lnTo>
                    <a:pt x="153855" y="714"/>
                  </a:lnTo>
                  <a:lnTo>
                    <a:pt x="153712" y="571"/>
                  </a:lnTo>
                  <a:lnTo>
                    <a:pt x="153712" y="429"/>
                  </a:lnTo>
                  <a:lnTo>
                    <a:pt x="154853" y="429"/>
                  </a:lnTo>
                  <a:lnTo>
                    <a:pt x="154955" y="531"/>
                  </a:lnTo>
                  <a:lnTo>
                    <a:pt x="154955" y="531"/>
                  </a:lnTo>
                  <a:lnTo>
                    <a:pt x="155566" y="429"/>
                  </a:lnTo>
                  <a:lnTo>
                    <a:pt x="155138" y="429"/>
                  </a:lnTo>
                  <a:lnTo>
                    <a:pt x="153427" y="286"/>
                  </a:lnTo>
                  <a:lnTo>
                    <a:pt x="154140" y="144"/>
                  </a:lnTo>
                  <a:lnTo>
                    <a:pt x="154140" y="1"/>
                  </a:lnTo>
                  <a:lnTo>
                    <a:pt x="153000" y="1"/>
                  </a:lnTo>
                  <a:lnTo>
                    <a:pt x="152144" y="144"/>
                  </a:lnTo>
                  <a:lnTo>
                    <a:pt x="153142" y="286"/>
                  </a:lnTo>
                  <a:lnTo>
                    <a:pt x="152857" y="429"/>
                  </a:lnTo>
                  <a:lnTo>
                    <a:pt x="150433" y="714"/>
                  </a:lnTo>
                  <a:lnTo>
                    <a:pt x="147296" y="856"/>
                  </a:lnTo>
                  <a:lnTo>
                    <a:pt x="146155" y="714"/>
                  </a:lnTo>
                  <a:lnTo>
                    <a:pt x="145727" y="714"/>
                  </a:lnTo>
                  <a:lnTo>
                    <a:pt x="145585" y="571"/>
                  </a:lnTo>
                  <a:lnTo>
                    <a:pt x="146440" y="571"/>
                  </a:lnTo>
                  <a:lnTo>
                    <a:pt x="145870" y="429"/>
                  </a:lnTo>
                  <a:lnTo>
                    <a:pt x="145300" y="429"/>
                  </a:lnTo>
                  <a:lnTo>
                    <a:pt x="145015" y="286"/>
                  </a:lnTo>
                  <a:lnTo>
                    <a:pt x="145157" y="144"/>
                  </a:lnTo>
                  <a:lnTo>
                    <a:pt x="144302" y="144"/>
                  </a:lnTo>
                  <a:lnTo>
                    <a:pt x="141735" y="1"/>
                  </a:lnTo>
                  <a:close/>
                </a:path>
              </a:pathLst>
            </a:custGeom>
            <a:solidFill>
              <a:srgbClr val="CDFF4E"/>
            </a:solidFill>
            <a:ln>
              <a:noFill/>
            </a:ln>
          </p:spPr>
          <p:txBody>
            <a:bodyPr anchorCtr="0" anchor="ctr" bIns="110000" lIns="110000" spcFirstLastPara="1" rIns="110000" wrap="square" tIns="11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84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2" name="Google Shape;132;p16"/>
            <p:cNvSpPr txBox="1"/>
            <p:nvPr/>
          </p:nvSpPr>
          <p:spPr>
            <a:xfrm rot="-36664">
              <a:off x="2701381" y="2184825"/>
              <a:ext cx="3741213" cy="541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000" lIns="110000" spcFirstLastPara="1" rIns="110000" wrap="square" tIns="110000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4">
                  <a:solidFill>
                    <a:srgbClr val="1E1E1E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Use AutoML to identified top-performing models and features, and fine-tuned models for optimal performance</a:t>
              </a:r>
              <a:endParaRPr b="1" sz="1804">
                <a:solidFill>
                  <a:srgbClr val="1E1E1E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230950" y="241525"/>
            <a:ext cx="4964400" cy="6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/>
              <a:t>Implementation Strategy</a:t>
            </a:r>
            <a:endParaRPr sz="3550"/>
          </a:p>
        </p:txBody>
      </p:sp>
      <p:grpSp>
        <p:nvGrpSpPr>
          <p:cNvPr id="138" name="Google Shape;138;p17"/>
          <p:cNvGrpSpPr/>
          <p:nvPr/>
        </p:nvGrpSpPr>
        <p:grpSpPr>
          <a:xfrm>
            <a:off x="0" y="1189989"/>
            <a:ext cx="2214600" cy="3217636"/>
            <a:chOff x="0" y="1189989"/>
            <a:chExt cx="2214600" cy="3217636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Collect &amp; Clean Data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Combined over 10 years of historical sales data with external economic indicators.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Removed duplicates, handled missing values, and standardized formats.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1838325" y="1189775"/>
            <a:ext cx="2064000" cy="3217850"/>
            <a:chOff x="1838325" y="1189775"/>
            <a:chExt cx="2064000" cy="3217850"/>
          </a:xfrm>
        </p:grpSpPr>
        <p:sp>
          <p:nvSpPr>
            <p:cNvPr id="142" name="Google Shape;142;p17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Engineer Key Features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Created time-based variables such as lags and seasonal patterns.</a:t>
              </a: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Integrated additional relevant indicators to strengthen predictive performance.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3516750" y="1189775"/>
            <a:ext cx="2064000" cy="3217850"/>
            <a:chOff x="3516750" y="1189775"/>
            <a:chExt cx="2064000" cy="3217850"/>
          </a:xfrm>
        </p:grpSpPr>
        <p:sp>
          <p:nvSpPr>
            <p:cNvPr id="145" name="Google Shape;145;p17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Forecasting in AutoML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Used the time series forecasting module to automatically test and compare multiple models.</a:t>
              </a: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Selected the best-performing model based on metrics like R², MAPE, and RMSE.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6874025" y="1189775"/>
            <a:ext cx="2270025" cy="3217850"/>
            <a:chOff x="6874025" y="1189775"/>
            <a:chExt cx="2270025" cy="3217850"/>
          </a:xfrm>
        </p:grpSpPr>
        <p:sp>
          <p:nvSpPr>
            <p:cNvPr id="148" name="Google Shape;148;p17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Reporting &amp; Review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7183850" y="2057125"/>
              <a:ext cx="19602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Saved models and predictions for future reuse.</a:t>
              </a: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Compiled performance metrics and forecasts into reports.</a:t>
              </a: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Shared results for review and feedback within the project and team.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0" name="Google Shape;150;p17"/>
          <p:cNvGrpSpPr/>
          <p:nvPr/>
        </p:nvGrpSpPr>
        <p:grpSpPr>
          <a:xfrm>
            <a:off x="5195350" y="1189775"/>
            <a:ext cx="2064000" cy="3217850"/>
            <a:chOff x="5195350" y="1189775"/>
            <a:chExt cx="2064000" cy="3217850"/>
          </a:xfrm>
        </p:grpSpPr>
        <p:sp>
          <p:nvSpPr>
            <p:cNvPr id="151" name="Google Shape;151;p17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Validate &amp; Compare Results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Conducted additional manual analysis to compare </a:t>
              </a: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model performance.</a:t>
              </a: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br>
                <a:rPr lang="en" sz="13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Compared short-term (3–6 month) and longer-term (12 month) forecasts for accuracy.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descr="To do list icon | Public domain vectors"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400" y="241525"/>
            <a:ext cx="6192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158250" y="426375"/>
            <a:ext cx="2469000" cy="6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3792663" y="1206937"/>
            <a:ext cx="1007100" cy="3003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Impact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811662" y="1206937"/>
            <a:ext cx="2827800" cy="3003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399988" y="1206937"/>
            <a:ext cx="2380800" cy="3003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8"/>
          <p:cNvGrpSpPr/>
          <p:nvPr/>
        </p:nvGrpSpPr>
        <p:grpSpPr>
          <a:xfrm>
            <a:off x="1400923" y="1505475"/>
            <a:ext cx="6238514" cy="674463"/>
            <a:chOff x="943723" y="3098500"/>
            <a:chExt cx="6238514" cy="674463"/>
          </a:xfrm>
        </p:grpSpPr>
        <p:sp>
          <p:nvSpPr>
            <p:cNvPr id="163" name="Google Shape;163;p18"/>
            <p:cNvSpPr/>
            <p:nvPr/>
          </p:nvSpPr>
          <p:spPr>
            <a:xfrm>
              <a:off x="4354437" y="3098563"/>
              <a:ext cx="28278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Cleaned &amp; standardized datasets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943723" y="3098500"/>
              <a:ext cx="23799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1632122" y="3098513"/>
              <a:ext cx="674400" cy="674400"/>
            </a:xfrm>
            <a:prstGeom prst="rtTriangle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943723" y="3098513"/>
              <a:ext cx="687600" cy="674400"/>
            </a:xfrm>
            <a:prstGeom prst="rtTriangle">
              <a:avLst/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3335463" y="3098513"/>
              <a:ext cx="10071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Delays in preprocessing</a:t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1210848" y="3098557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1704725" y="3098550"/>
              <a:ext cx="15543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Quality Issues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1400923" y="2179937"/>
            <a:ext cx="6238514" cy="674450"/>
            <a:chOff x="943723" y="3783775"/>
            <a:chExt cx="6238514" cy="674450"/>
          </a:xfrm>
        </p:grpSpPr>
        <p:sp>
          <p:nvSpPr>
            <p:cNvPr id="171" name="Google Shape;171;p18"/>
            <p:cNvSpPr/>
            <p:nvPr/>
          </p:nvSpPr>
          <p:spPr>
            <a:xfrm>
              <a:off x="4354437" y="3783800"/>
              <a:ext cx="28278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Spent time on tutorials and test runs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943723" y="3783775"/>
              <a:ext cx="23799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1632122" y="3783788"/>
              <a:ext cx="674400" cy="674400"/>
            </a:xfrm>
            <a:prstGeom prst="rtTriangle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943723" y="3783813"/>
              <a:ext cx="687600" cy="674400"/>
            </a:xfrm>
            <a:prstGeom prst="rtTriangle">
              <a:avLst/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3335463" y="3783788"/>
              <a:ext cx="10071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Slower initial progress</a:t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1210848" y="3783832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1704725" y="3783825"/>
              <a:ext cx="16188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Platform Learning Curve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1400923" y="2852625"/>
            <a:ext cx="6238514" cy="674450"/>
            <a:chOff x="943723" y="4469050"/>
            <a:chExt cx="6238514" cy="674450"/>
          </a:xfrm>
        </p:grpSpPr>
        <p:sp>
          <p:nvSpPr>
            <p:cNvPr id="179" name="Google Shape;179;p18"/>
            <p:cNvSpPr/>
            <p:nvPr/>
          </p:nvSpPr>
          <p:spPr>
            <a:xfrm>
              <a:off x="4354437" y="4469088"/>
              <a:ext cx="28278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Coordinated team schedules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943723" y="4469050"/>
              <a:ext cx="23799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1632122" y="4469063"/>
              <a:ext cx="674400" cy="674400"/>
            </a:xfrm>
            <a:prstGeom prst="rtTriangle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943723" y="4469063"/>
              <a:ext cx="687600" cy="674400"/>
            </a:xfrm>
            <a:prstGeom prst="rtTriangle">
              <a:avLst/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3335463" y="4469063"/>
              <a:ext cx="10071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Scheduling conflicts for runs</a:t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1210848" y="4469107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1704725" y="4469100"/>
              <a:ext cx="16188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Technical Limitations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1400923" y="3527075"/>
            <a:ext cx="6238514" cy="674450"/>
            <a:chOff x="943723" y="4469050"/>
            <a:chExt cx="6238514" cy="674450"/>
          </a:xfrm>
        </p:grpSpPr>
        <p:sp>
          <p:nvSpPr>
            <p:cNvPr id="187" name="Google Shape;187;p18"/>
            <p:cNvSpPr/>
            <p:nvPr/>
          </p:nvSpPr>
          <p:spPr>
            <a:xfrm>
              <a:off x="4354437" y="4469063"/>
              <a:ext cx="28278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Ran correlation analysis notebook to find best features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943723" y="4469050"/>
              <a:ext cx="23799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1632122" y="4469063"/>
              <a:ext cx="674400" cy="674400"/>
            </a:xfrm>
            <a:prstGeom prst="rtTriangle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943723" y="4469063"/>
              <a:ext cx="687600" cy="674400"/>
            </a:xfrm>
            <a:prstGeom prst="rtTriangle">
              <a:avLst/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3335463" y="4469063"/>
              <a:ext cx="10071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Unclear feature impact</a:t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1210848" y="4469107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1704725" y="4469100"/>
              <a:ext cx="16188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Unfamiliar Data Fields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1400923" y="4201525"/>
            <a:ext cx="6238514" cy="674450"/>
            <a:chOff x="943723" y="4469050"/>
            <a:chExt cx="6238514" cy="674450"/>
          </a:xfrm>
        </p:grpSpPr>
        <p:sp>
          <p:nvSpPr>
            <p:cNvPr id="195" name="Google Shape;195;p18"/>
            <p:cNvSpPr/>
            <p:nvPr/>
          </p:nvSpPr>
          <p:spPr>
            <a:xfrm>
              <a:off x="4354437" y="4469063"/>
              <a:ext cx="28278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Created and reviewed reports from multiple runs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943723" y="4469050"/>
              <a:ext cx="23799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1632122" y="4469063"/>
              <a:ext cx="674400" cy="674400"/>
            </a:xfrm>
            <a:prstGeom prst="rtTriangle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943723" y="4469063"/>
              <a:ext cx="687600" cy="674400"/>
            </a:xfrm>
            <a:prstGeom prst="rtTriangle">
              <a:avLst/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3335463" y="4469063"/>
              <a:ext cx="1007100" cy="6744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Long AutoML runs to find best model</a:t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1210848" y="4469107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1704725" y="4469100"/>
              <a:ext cx="14886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Model Testing Time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descr="File:Action-undo-720.png - Wikimedia Commons" id="202" name="Google Shape;2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925" y="394097"/>
            <a:ext cx="674449" cy="67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You’ll See</a:t>
            </a:r>
            <a:endParaRPr/>
          </a:p>
        </p:txBody>
      </p:sp>
      <p:sp>
        <p:nvSpPr>
          <p:cNvPr id="208" name="Google Shape;208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Load a client/product series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Choose forecast horizon (3/6/12 months)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Generate forecast with metrics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Export Excel report for stakeholders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284175" y="738725"/>
            <a:ext cx="8222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Open the Notebook, Select Data and Horizon</a:t>
            </a:r>
            <a:endParaRPr/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24900" y="1642900"/>
            <a:ext cx="9119100" cy="33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Connects to Microsoft Lakehouse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Pulls 10+ years of cleaned invoice data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Loads selected economic indicators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5" name="Google Shape;215;p20" title="Screenshot 2025-08-10 at 9.35.4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525" y="1705475"/>
            <a:ext cx="4385275" cy="326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460950" y="65230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Behind the Scenes</a:t>
            </a:r>
            <a:endParaRPr/>
          </a:p>
        </p:txBody>
      </p:sp>
      <p:sp>
        <p:nvSpPr>
          <p:cNvPr id="221" name="Google Shape;221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Applies feature set: lags, rolling means, leading indicators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Runs registered AutoML model (FLAML in Fabric)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Uses time-based validation to avoid look-ahead bias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>
            <p:ph type="title"/>
          </p:nvPr>
        </p:nvSpPr>
        <p:spPr>
          <a:xfrm>
            <a:off x="350900" y="7560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Snapshot and Forecasts</a:t>
            </a:r>
            <a:endParaRPr/>
          </a:p>
        </p:txBody>
      </p:sp>
      <p:sp>
        <p:nvSpPr>
          <p:cNvPr id="227" name="Google Shape;227;p22"/>
          <p:cNvSpPr txBox="1"/>
          <p:nvPr>
            <p:ph idx="1" type="body"/>
          </p:nvPr>
        </p:nvSpPr>
        <p:spPr>
          <a:xfrm>
            <a:off x="0" y="1717000"/>
            <a:ext cx="9144000" cy="34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R² and MAPE displayed for test window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3–6 months: higher stability, business-aligned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12 months: lower R²—directional 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Line chart: forecast (solid)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8" name="Google Shape;228;p22" title="Screenshot 2025-08-10 at 9.28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150" y="1717000"/>
            <a:ext cx="3914527" cy="335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type="title"/>
          </p:nvPr>
        </p:nvSpPr>
        <p:spPr>
          <a:xfrm>
            <a:off x="385475" y="7560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Changed Performance</a:t>
            </a:r>
            <a:endParaRPr/>
          </a:p>
        </p:txBody>
      </p:sp>
      <p:sp>
        <p:nvSpPr>
          <p:cNvPr id="234" name="Google Shape;234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Filters: outlier capping, date range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Feature choices &gt; model swaps for MAPE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Results tracked in MLflow registry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We Solved</a:t>
            </a:r>
            <a:endParaRPr/>
          </a:p>
        </p:txBody>
      </p:sp>
      <p:sp>
        <p:nvSpPr>
          <p:cNvPr id="240" name="Google Shape;240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AutoML limits (ARIMA unsupported in UI)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One-notebook compute → scheduled runs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formatting/merges across sources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 Matters</a:t>
            </a:r>
            <a:endParaRPr/>
          </a:p>
        </p:txBody>
      </p:sp>
      <p:sp>
        <p:nvSpPr>
          <p:cNvPr id="246" name="Google Shape;246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Actionable monthly quantity forecasts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Repeatable pipeline for DKomplex and future cohorts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Conclusion/ Summary</a:t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826" y="1646800"/>
            <a:ext cx="6662249" cy="34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Accomplishments</a:t>
            </a:r>
            <a:endParaRPr/>
          </a:p>
        </p:txBody>
      </p:sp>
      <p:sp>
        <p:nvSpPr>
          <p:cNvPr id="258" name="Google Shape;258;p27"/>
          <p:cNvSpPr txBox="1"/>
          <p:nvPr>
            <p:ph idx="1" type="body"/>
          </p:nvPr>
        </p:nvSpPr>
        <p:spPr>
          <a:xfrm>
            <a:off x="471900" y="1919075"/>
            <a:ext cx="7232100" cy="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Gathering New Data:</a:t>
            </a:r>
            <a:r>
              <a:rPr lang="en" sz="1200">
                <a:solidFill>
                  <a:schemeClr val="dk1"/>
                </a:solidFill>
              </a:rPr>
              <a:t> Collected and curated 35 new datasets, with 16 approved for modeling use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Feature Engineering:</a:t>
            </a:r>
            <a:r>
              <a:rPr lang="en" sz="1200">
                <a:solidFill>
                  <a:schemeClr val="dk1"/>
                </a:solidFill>
              </a:rPr>
              <a:t> Engineered impactful features leveraging the approved datasets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Model Testing:</a:t>
            </a:r>
            <a:r>
              <a:rPr lang="en" sz="1200">
                <a:solidFill>
                  <a:schemeClr val="dk1"/>
                </a:solidFill>
              </a:rPr>
              <a:t> Tested multiple forecasting models across 1, 3, and 12 month horizons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Algorithm Evaluation:</a:t>
            </a:r>
            <a:r>
              <a:rPr lang="en" sz="1200">
                <a:solidFill>
                  <a:schemeClr val="dk1"/>
                </a:solidFill>
              </a:rPr>
              <a:t> Employed AutoML to evaluate diverse forecasting algorithms systematically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Collaboration:</a:t>
            </a:r>
            <a:r>
              <a:rPr lang="en" sz="1200">
                <a:solidFill>
                  <a:schemeClr val="dk1"/>
                </a:solidFill>
              </a:rPr>
              <a:t> Collaborated closely with the DKomplex engineering team for guidance and fine-tuning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1200">
                <a:solidFill>
                  <a:schemeClr val="dk1"/>
                </a:solidFill>
              </a:rPr>
              <a:t>Documentation:</a:t>
            </a:r>
            <a:r>
              <a:rPr lang="en" sz="1200">
                <a:solidFill>
                  <a:schemeClr val="dk1"/>
                </a:solidFill>
              </a:rPr>
              <a:t> Documented findings and detailed performance insights to support ongoing development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We wanted o</a:t>
            </a:r>
            <a:r>
              <a:rPr lang="en" sz="1400">
                <a:solidFill>
                  <a:schemeClr val="dk1"/>
                </a:solidFill>
              </a:rPr>
              <a:t>ur research to provide clear direction for developing the optimal PPU forecasting solution, with detailed performance insights to guide future development efforts.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To facilitate the knowledge transfer for future students, we’ve provided:</a:t>
            </a:r>
            <a:endParaRPr sz="14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</a:rPr>
              <a:t>Excel reports with detailed insights and performance metrics</a:t>
            </a:r>
            <a:endParaRPr sz="14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</a:rPr>
              <a:t>Microsoft Fabric notebooks with complete workflows</a:t>
            </a:r>
            <a:endParaRPr sz="14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</a:rPr>
              <a:t>Comprehensive documentation for future teams</a:t>
            </a:r>
            <a:endParaRPr sz="14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</a:rPr>
              <a:t>Clear guidance on most promising methodologies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270" name="Google Shape;270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This project provided valuable hands-on experience with enterprise-level machine learning tools, such as Microsoft Fabric and Azure AutoML, as well as real-world forecasting challenges.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Managing shared resources and coordinating team workflows in a cloud environment provided valuable experience for future industry work.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Working with DKomplex's engineering team highlighted the importance of clear communication and iterative feedback in real-world projects.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Most importantly, this experience bridged the gap between academic machine learning concepts and practical business applications, preparing us to adapt our theoretical knowledge for real-world client solutions.</a:t>
            </a:r>
            <a:endParaRPr sz="15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276" name="Google Shape;276;p30"/>
          <p:cNvSpPr txBox="1"/>
          <p:nvPr>
            <p:ph idx="1" type="body"/>
          </p:nvPr>
        </p:nvSpPr>
        <p:spPr>
          <a:xfrm>
            <a:off x="471900" y="1919075"/>
            <a:ext cx="8222100" cy="30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Thanks to DKomplex teams for guidance and support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Thanks to CST 499 instructors and mentors for insight and feedback.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Thanks to our audience—questions welcome anytime.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